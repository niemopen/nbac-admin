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72" r:id="rId6"/>
    <p:sldId id="257" r:id="rId7"/>
    <p:sldId id="264" r:id="rId8"/>
    <p:sldId id="258" r:id="rId9"/>
    <p:sldId id="265" r:id="rId10"/>
    <p:sldId id="259" r:id="rId11"/>
    <p:sldId id="263" r:id="rId12"/>
    <p:sldId id="268" r:id="rId13"/>
    <p:sldId id="266"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33E725-1150-B6CA-2F77-6CD91604F478}" v="32" dt="2026-09-23T20:04:54.3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p:scale>
          <a:sx n="37" d="100"/>
          <a:sy n="37" d="100"/>
        </p:scale>
        <p:origin x="56"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oley, Angela (CTR)" userId="S::angela.j.foley@associates.hq.dhs.gov::73d758e6-61b6-4ed3-b300-594e14e43947" providerId="AD" clId="Web-{C033E725-1150-B6CA-2F77-6CD91604F478}"/>
    <pc:docChg chg="modSld">
      <pc:chgData name="Foley, Angela (CTR)" userId="S::angela.j.foley@associates.hq.dhs.gov::73d758e6-61b6-4ed3-b300-594e14e43947" providerId="AD" clId="Web-{C033E725-1150-B6CA-2F77-6CD91604F478}" dt="2026-09-23T20:04:54.390" v="29" actId="20577"/>
      <pc:docMkLst>
        <pc:docMk/>
      </pc:docMkLst>
      <pc:sldChg chg="modSp">
        <pc:chgData name="Foley, Angela (CTR)" userId="S::angela.j.foley@associates.hq.dhs.gov::73d758e6-61b6-4ed3-b300-594e14e43947" providerId="AD" clId="Web-{C033E725-1150-B6CA-2F77-6CD91604F478}" dt="2026-09-23T20:03:20.250" v="9" actId="20577"/>
        <pc:sldMkLst>
          <pc:docMk/>
          <pc:sldMk cId="109857222" sldId="256"/>
        </pc:sldMkLst>
        <pc:spChg chg="mod">
          <ac:chgData name="Foley, Angela (CTR)" userId="S::angela.j.foley@associates.hq.dhs.gov::73d758e6-61b6-4ed3-b300-594e14e43947" providerId="AD" clId="Web-{C033E725-1150-B6CA-2F77-6CD91604F478}" dt="2026-09-23T20:03:20.250" v="9" actId="20577"/>
          <ac:spMkLst>
            <pc:docMk/>
            <pc:sldMk cId="109857222" sldId="256"/>
            <ac:spMk id="3" creationId="{00000000-0000-0000-0000-000000000000}"/>
          </ac:spMkLst>
        </pc:spChg>
      </pc:sldChg>
      <pc:sldChg chg="modSp">
        <pc:chgData name="Foley, Angela (CTR)" userId="S::angela.j.foley@associates.hq.dhs.gov::73d758e6-61b6-4ed3-b300-594e14e43947" providerId="AD" clId="Web-{C033E725-1150-B6CA-2F77-6CD91604F478}" dt="2026-09-23T20:04:54.390" v="29" actId="20577"/>
        <pc:sldMkLst>
          <pc:docMk/>
          <pc:sldMk cId="2665280487" sldId="257"/>
        </pc:sldMkLst>
        <pc:spChg chg="mod">
          <ac:chgData name="Foley, Angela (CTR)" userId="S::angela.j.foley@associates.hq.dhs.gov::73d758e6-61b6-4ed3-b300-594e14e43947" providerId="AD" clId="Web-{C033E725-1150-B6CA-2F77-6CD91604F478}" dt="2026-09-23T20:04:54.390" v="29" actId="20577"/>
          <ac:spMkLst>
            <pc:docMk/>
            <pc:sldMk cId="2665280487" sldId="257"/>
            <ac:spMk id="3" creationId="{6C60E8E6-AFAA-E5A8-8ADF-03C260039C8C}"/>
          </ac:spMkLst>
        </pc:spChg>
      </pc:sldChg>
      <pc:sldChg chg="modSp">
        <pc:chgData name="Foley, Angela (CTR)" userId="S::angela.j.foley@associates.hq.dhs.gov::73d758e6-61b6-4ed3-b300-594e14e43947" providerId="AD" clId="Web-{C033E725-1150-B6CA-2F77-6CD91604F478}" dt="2026-09-23T20:02:46.469" v="5" actId="20577"/>
        <pc:sldMkLst>
          <pc:docMk/>
          <pc:sldMk cId="346358581" sldId="268"/>
        </pc:sldMkLst>
        <pc:spChg chg="mod">
          <ac:chgData name="Foley, Angela (CTR)" userId="S::angela.j.foley@associates.hq.dhs.gov::73d758e6-61b6-4ed3-b300-594e14e43947" providerId="AD" clId="Web-{C033E725-1150-B6CA-2F77-6CD91604F478}" dt="2026-09-23T20:02:46.469" v="5" actId="20577"/>
          <ac:spMkLst>
            <pc:docMk/>
            <pc:sldMk cId="346358581" sldId="268"/>
            <ac:spMk id="3" creationId="{97ECFA2E-6571-5754-F976-80F34ACD6437}"/>
          </ac:spMkLst>
        </pc:spChg>
      </pc:sldChg>
      <pc:sldChg chg="modSp">
        <pc:chgData name="Foley, Angela (CTR)" userId="S::angela.j.foley@associates.hq.dhs.gov::73d758e6-61b6-4ed3-b300-594e14e43947" providerId="AD" clId="Web-{C033E725-1150-B6CA-2F77-6CD91604F478}" dt="2026-09-23T20:02:29.157" v="2" actId="20577"/>
        <pc:sldMkLst>
          <pc:docMk/>
          <pc:sldMk cId="1243537814" sldId="272"/>
        </pc:sldMkLst>
        <pc:spChg chg="mod">
          <ac:chgData name="Foley, Angela (CTR)" userId="S::angela.j.foley@associates.hq.dhs.gov::73d758e6-61b6-4ed3-b300-594e14e43947" providerId="AD" clId="Web-{C033E725-1150-B6CA-2F77-6CD91604F478}" dt="2026-09-23T20:02:29.157" v="2" actId="20577"/>
          <ac:spMkLst>
            <pc:docMk/>
            <pc:sldMk cId="1243537814" sldId="272"/>
            <ac:spMk id="3" creationId="{1DEA55E1-C327-02B5-524D-764F617F17FF}"/>
          </ac:spMkLst>
        </pc:spChg>
      </pc:sldChg>
    </pc:docChg>
  </pc:docChgLst>
  <pc:docChgLst>
    <pc:chgData name="Foley, Angela (CTR)" userId="S::angela.j.foley@associates.hq.dhs.gov::73d758e6-61b6-4ed3-b300-594e14e43947" providerId="AD" clId="Web-{9CB9673F-8D57-20EE-C58A-F817DD028459}"/>
    <pc:docChg chg="addSld delSld modSld sldOrd">
      <pc:chgData name="Foley, Angela (CTR)" userId="S::angela.j.foley@associates.hq.dhs.gov::73d758e6-61b6-4ed3-b300-594e14e43947" providerId="AD" clId="Web-{9CB9673F-8D57-20EE-C58A-F817DD028459}" dt="2026-08-26T21:45:36.167" v="2253" actId="20577"/>
      <pc:docMkLst>
        <pc:docMk/>
      </pc:docMkLst>
      <pc:sldChg chg="modSp">
        <pc:chgData name="Foley, Angela (CTR)" userId="S::angela.j.foley@associates.hq.dhs.gov::73d758e6-61b6-4ed3-b300-594e14e43947" providerId="AD" clId="Web-{9CB9673F-8D57-20EE-C58A-F817DD028459}" dt="2026-08-26T20:43:28.800" v="1242" actId="20577"/>
        <pc:sldMkLst>
          <pc:docMk/>
          <pc:sldMk cId="109857222" sldId="256"/>
        </pc:sldMkLst>
        <pc:spChg chg="mod">
          <ac:chgData name="Foley, Angela (CTR)" userId="S::angela.j.foley@associates.hq.dhs.gov::73d758e6-61b6-4ed3-b300-594e14e43947" providerId="AD" clId="Web-{9CB9673F-8D57-20EE-C58A-F817DD028459}" dt="2026-08-26T20:43:28.800" v="1242" actId="20577"/>
          <ac:spMkLst>
            <pc:docMk/>
            <pc:sldMk cId="109857222" sldId="256"/>
            <ac:spMk id="2" creationId="{00000000-0000-0000-0000-000000000000}"/>
          </ac:spMkLst>
        </pc:spChg>
        <pc:spChg chg="mod">
          <ac:chgData name="Foley, Angela (CTR)" userId="S::angela.j.foley@associates.hq.dhs.gov::73d758e6-61b6-4ed3-b300-594e14e43947" providerId="AD" clId="Web-{9CB9673F-8D57-20EE-C58A-F817DD028459}" dt="2026-08-26T20:43:21.628" v="1241" actId="20577"/>
          <ac:spMkLst>
            <pc:docMk/>
            <pc:sldMk cId="109857222" sldId="256"/>
            <ac:spMk id="3" creationId="{00000000-0000-0000-0000-000000000000}"/>
          </ac:spMkLst>
        </pc:spChg>
      </pc:sldChg>
      <pc:sldChg chg="modSp">
        <pc:chgData name="Foley, Angela (CTR)" userId="S::angela.j.foley@associates.hq.dhs.gov::73d758e6-61b6-4ed3-b300-594e14e43947" providerId="AD" clId="Web-{9CB9673F-8D57-20EE-C58A-F817DD028459}" dt="2026-08-26T21:36:04.043" v="2240" actId="20577"/>
        <pc:sldMkLst>
          <pc:docMk/>
          <pc:sldMk cId="2665280487" sldId="257"/>
        </pc:sldMkLst>
        <pc:spChg chg="mod">
          <ac:chgData name="Foley, Angela (CTR)" userId="S::angela.j.foley@associates.hq.dhs.gov::73d758e6-61b6-4ed3-b300-594e14e43947" providerId="AD" clId="Web-{9CB9673F-8D57-20EE-C58A-F817DD028459}" dt="2026-08-26T20:43:43.956" v="1244" actId="20577"/>
          <ac:spMkLst>
            <pc:docMk/>
            <pc:sldMk cId="2665280487" sldId="257"/>
            <ac:spMk id="2" creationId="{A11F7294-2858-2352-4610-04108D0884B2}"/>
          </ac:spMkLst>
        </pc:spChg>
        <pc:spChg chg="mod">
          <ac:chgData name="Foley, Angela (CTR)" userId="S::angela.j.foley@associates.hq.dhs.gov::73d758e6-61b6-4ed3-b300-594e14e43947" providerId="AD" clId="Web-{9CB9673F-8D57-20EE-C58A-F817DD028459}" dt="2026-08-26T21:36:04.043" v="2240" actId="20577"/>
          <ac:spMkLst>
            <pc:docMk/>
            <pc:sldMk cId="2665280487" sldId="257"/>
            <ac:spMk id="3" creationId="{6C60E8E6-AFAA-E5A8-8ADF-03C260039C8C}"/>
          </ac:spMkLst>
        </pc:spChg>
      </pc:sldChg>
      <pc:sldChg chg="addSp delSp modSp">
        <pc:chgData name="Foley, Angela (CTR)" userId="S::angela.j.foley@associates.hq.dhs.gov::73d758e6-61b6-4ed3-b300-594e14e43947" providerId="AD" clId="Web-{9CB9673F-8D57-20EE-C58A-F817DD028459}" dt="2026-08-26T20:52:03.690" v="1352"/>
        <pc:sldMkLst>
          <pc:docMk/>
          <pc:sldMk cId="628595871" sldId="258"/>
        </pc:sldMkLst>
        <pc:spChg chg="mod">
          <ac:chgData name="Foley, Angela (CTR)" userId="S::angela.j.foley@associates.hq.dhs.gov::73d758e6-61b6-4ed3-b300-594e14e43947" providerId="AD" clId="Web-{9CB9673F-8D57-20EE-C58A-F817DD028459}" dt="2026-08-26T20:44:35.362" v="1261" actId="20577"/>
          <ac:spMkLst>
            <pc:docMk/>
            <pc:sldMk cId="628595871" sldId="258"/>
            <ac:spMk id="2" creationId="{98353337-6EF4-5F2D-8D98-D8CD7FDCC255}"/>
          </ac:spMkLst>
        </pc:spChg>
        <pc:graphicFrameChg chg="add mod modGraphic">
          <ac:chgData name="Foley, Angela (CTR)" userId="S::angela.j.foley@associates.hq.dhs.gov::73d758e6-61b6-4ed3-b300-594e14e43947" providerId="AD" clId="Web-{9CB9673F-8D57-20EE-C58A-F817DD028459}" dt="2026-08-26T20:52:03.690" v="1352"/>
          <ac:graphicFrameMkLst>
            <pc:docMk/>
            <pc:sldMk cId="628595871" sldId="258"/>
            <ac:graphicFrameMk id="4" creationId="{8E8D073C-A753-FBE8-81CD-D0E11CC7F90D}"/>
          </ac:graphicFrameMkLst>
        </pc:graphicFrameChg>
      </pc:sldChg>
      <pc:sldChg chg="modSp">
        <pc:chgData name="Foley, Angela (CTR)" userId="S::angela.j.foley@associates.hq.dhs.gov::73d758e6-61b6-4ed3-b300-594e14e43947" providerId="AD" clId="Web-{9CB9673F-8D57-20EE-C58A-F817DD028459}" dt="2026-08-26T21:17:23.967" v="1818" actId="20577"/>
        <pc:sldMkLst>
          <pc:docMk/>
          <pc:sldMk cId="2424588866" sldId="259"/>
        </pc:sldMkLst>
        <pc:spChg chg="mod">
          <ac:chgData name="Foley, Angela (CTR)" userId="S::angela.j.foley@associates.hq.dhs.gov::73d758e6-61b6-4ed3-b300-594e14e43947" providerId="AD" clId="Web-{9CB9673F-8D57-20EE-C58A-F817DD028459}" dt="2026-08-26T21:17:23.967" v="1818" actId="20577"/>
          <ac:spMkLst>
            <pc:docMk/>
            <pc:sldMk cId="2424588866" sldId="259"/>
            <ac:spMk id="2" creationId="{E4A874FA-8D2B-1916-CF75-DAFE5FB34A95}"/>
          </ac:spMkLst>
        </pc:spChg>
        <pc:graphicFrameChg chg="mod modGraphic">
          <ac:chgData name="Foley, Angela (CTR)" userId="S::angela.j.foley@associates.hq.dhs.gov::73d758e6-61b6-4ed3-b300-594e14e43947" providerId="AD" clId="Web-{9CB9673F-8D57-20EE-C58A-F817DD028459}" dt="2026-08-26T21:17:09.780" v="1816"/>
          <ac:graphicFrameMkLst>
            <pc:docMk/>
            <pc:sldMk cId="2424588866" sldId="259"/>
            <ac:graphicFrameMk id="4" creationId="{9009E6EA-539D-58E6-D00E-1B16ABFD3FE8}"/>
          </ac:graphicFrameMkLst>
        </pc:graphicFrameChg>
      </pc:sldChg>
      <pc:sldChg chg="modSp">
        <pc:chgData name="Foley, Angela (CTR)" userId="S::angela.j.foley@associates.hq.dhs.gov::73d758e6-61b6-4ed3-b300-594e14e43947" providerId="AD" clId="Web-{9CB9673F-8D57-20EE-C58A-F817DD028459}" dt="2026-08-26T21:45:36.167" v="2253" actId="20577"/>
        <pc:sldMkLst>
          <pc:docMk/>
          <pc:sldMk cId="810582879" sldId="263"/>
        </pc:sldMkLst>
        <pc:spChg chg="mod">
          <ac:chgData name="Foley, Angela (CTR)" userId="S::angela.j.foley@associates.hq.dhs.gov::73d758e6-61b6-4ed3-b300-594e14e43947" providerId="AD" clId="Web-{9CB9673F-8D57-20EE-C58A-F817DD028459}" dt="2026-08-26T21:16:54.405" v="1812" actId="20577"/>
          <ac:spMkLst>
            <pc:docMk/>
            <pc:sldMk cId="810582879" sldId="263"/>
            <ac:spMk id="2" creationId="{A2465C2A-5679-EA4D-E1D6-4B94A2C7AB33}"/>
          </ac:spMkLst>
        </pc:spChg>
        <pc:spChg chg="mod">
          <ac:chgData name="Foley, Angela (CTR)" userId="S::angela.j.foley@associates.hq.dhs.gov::73d758e6-61b6-4ed3-b300-594e14e43947" providerId="AD" clId="Web-{9CB9673F-8D57-20EE-C58A-F817DD028459}" dt="2026-08-26T21:45:36.167" v="2253" actId="20577"/>
          <ac:spMkLst>
            <pc:docMk/>
            <pc:sldMk cId="810582879" sldId="263"/>
            <ac:spMk id="3" creationId="{033EBB83-FAA0-B84C-9A0D-7E9CE74C1EE0}"/>
          </ac:spMkLst>
        </pc:spChg>
      </pc:sldChg>
      <pc:sldChg chg="addSp delSp modSp ord">
        <pc:chgData name="Foley, Angela (CTR)" userId="S::angela.j.foley@associates.hq.dhs.gov::73d758e6-61b6-4ed3-b300-594e14e43947" providerId="AD" clId="Web-{9CB9673F-8D57-20EE-C58A-F817DD028459}" dt="2026-08-26T21:39:03.090" v="2251"/>
        <pc:sldMkLst>
          <pc:docMk/>
          <pc:sldMk cId="3610988368" sldId="264"/>
        </pc:sldMkLst>
        <pc:spChg chg="mod">
          <ac:chgData name="Foley, Angela (CTR)" userId="S::angela.j.foley@associates.hq.dhs.gov::73d758e6-61b6-4ed3-b300-594e14e43947" providerId="AD" clId="Web-{9CB9673F-8D57-20EE-C58A-F817DD028459}" dt="2026-08-26T20:43:54.972" v="1245" actId="20577"/>
          <ac:spMkLst>
            <pc:docMk/>
            <pc:sldMk cId="3610988368" sldId="264"/>
            <ac:spMk id="2" creationId="{F340622A-A7AD-7D0D-7F7D-3E8BF1A20F04}"/>
          </ac:spMkLst>
        </pc:spChg>
        <pc:graphicFrameChg chg="add mod modGraphic">
          <ac:chgData name="Foley, Angela (CTR)" userId="S::angela.j.foley@associates.hq.dhs.gov::73d758e6-61b6-4ed3-b300-594e14e43947" providerId="AD" clId="Web-{9CB9673F-8D57-20EE-C58A-F817DD028459}" dt="2026-08-26T21:37:04.012" v="2248"/>
          <ac:graphicFrameMkLst>
            <pc:docMk/>
            <pc:sldMk cId="3610988368" sldId="264"/>
            <ac:graphicFrameMk id="5" creationId="{9AECFA76-4AC4-6129-42BE-D436DDA12F06}"/>
          </ac:graphicFrameMkLst>
        </pc:graphicFrameChg>
      </pc:sldChg>
      <pc:sldChg chg="modSp">
        <pc:chgData name="Foley, Angela (CTR)" userId="S::angela.j.foley@associates.hq.dhs.gov::73d758e6-61b6-4ed3-b300-594e14e43947" providerId="AD" clId="Web-{9CB9673F-8D57-20EE-C58A-F817DD028459}" dt="2026-08-26T20:45:04.628" v="1296" actId="20577"/>
        <pc:sldMkLst>
          <pc:docMk/>
          <pc:sldMk cId="3007524595" sldId="265"/>
        </pc:sldMkLst>
        <pc:spChg chg="mod">
          <ac:chgData name="Foley, Angela (CTR)" userId="S::angela.j.foley@associates.hq.dhs.gov::73d758e6-61b6-4ed3-b300-594e14e43947" providerId="AD" clId="Web-{9CB9673F-8D57-20EE-C58A-F817DD028459}" dt="2026-08-26T20:45:04.628" v="1296" actId="20577"/>
          <ac:spMkLst>
            <pc:docMk/>
            <pc:sldMk cId="3007524595" sldId="265"/>
            <ac:spMk id="2" creationId="{EE157956-AF88-D58D-EB84-EB5A75A728BC}"/>
          </ac:spMkLst>
        </pc:spChg>
        <pc:graphicFrameChg chg="mod modGraphic">
          <ac:chgData name="Foley, Angela (CTR)" userId="S::angela.j.foley@associates.hq.dhs.gov::73d758e6-61b6-4ed3-b300-594e14e43947" providerId="AD" clId="Web-{9CB9673F-8D57-20EE-C58A-F817DD028459}" dt="2026-08-26T20:44:55.003" v="1295"/>
          <ac:graphicFrameMkLst>
            <pc:docMk/>
            <pc:sldMk cId="3007524595" sldId="265"/>
            <ac:graphicFrameMk id="4" creationId="{EAD8AB57-D2B6-7A4B-89DE-7951D748113E}"/>
          </ac:graphicFrameMkLst>
        </pc:graphicFrameChg>
      </pc:sldChg>
      <pc:sldChg chg="modSp new ord">
        <pc:chgData name="Foley, Angela (CTR)" userId="S::angela.j.foley@associates.hq.dhs.gov::73d758e6-61b6-4ed3-b300-594e14e43947" providerId="AD" clId="Web-{9CB9673F-8D57-20EE-C58A-F817DD028459}" dt="2026-08-26T21:05:37.641" v="1735" actId="20577"/>
        <pc:sldMkLst>
          <pc:docMk/>
          <pc:sldMk cId="2326056794" sldId="266"/>
        </pc:sldMkLst>
        <pc:spChg chg="mod">
          <ac:chgData name="Foley, Angela (CTR)" userId="S::angela.j.foley@associates.hq.dhs.gov::73d758e6-61b6-4ed3-b300-594e14e43947" providerId="AD" clId="Web-{9CB9673F-8D57-20EE-C58A-F817DD028459}" dt="2026-08-26T21:05:37.641" v="1735" actId="20577"/>
          <ac:spMkLst>
            <pc:docMk/>
            <pc:sldMk cId="2326056794" sldId="266"/>
            <ac:spMk id="2" creationId="{00B387A9-CC03-C86B-1770-8F48AE60FE37}"/>
          </ac:spMkLst>
        </pc:spChg>
        <pc:spChg chg="mod">
          <ac:chgData name="Foley, Angela (CTR)" userId="S::angela.j.foley@associates.hq.dhs.gov::73d758e6-61b6-4ed3-b300-594e14e43947" providerId="AD" clId="Web-{9CB9673F-8D57-20EE-C58A-F817DD028459}" dt="2026-08-26T20:59:01.470" v="1443" actId="20577"/>
          <ac:spMkLst>
            <pc:docMk/>
            <pc:sldMk cId="2326056794" sldId="266"/>
            <ac:spMk id="3" creationId="{659B044C-3A13-6179-AE72-E6568F1173C5}"/>
          </ac:spMkLst>
        </pc:spChg>
      </pc:sldChg>
      <pc:sldChg chg="modSp new">
        <pc:chgData name="Foley, Angela (CTR)" userId="S::angela.j.foley@associates.hq.dhs.gov::73d758e6-61b6-4ed3-b300-594e14e43947" providerId="AD" clId="Web-{9CB9673F-8D57-20EE-C58A-F817DD028459}" dt="2026-08-26T21:38:21.340" v="2249" actId="20577"/>
        <pc:sldMkLst>
          <pc:docMk/>
          <pc:sldMk cId="346358581" sldId="268"/>
        </pc:sldMkLst>
        <pc:spChg chg="mod">
          <ac:chgData name="Foley, Angela (CTR)" userId="S::angela.j.foley@associates.hq.dhs.gov::73d758e6-61b6-4ed3-b300-594e14e43947" providerId="AD" clId="Web-{9CB9673F-8D57-20EE-C58A-F817DD028459}" dt="2026-08-26T21:04:56.235" v="1734" actId="20577"/>
          <ac:spMkLst>
            <pc:docMk/>
            <pc:sldMk cId="346358581" sldId="268"/>
            <ac:spMk id="2" creationId="{AE0E0220-3EAD-DF26-61AD-9F7A454D8D9F}"/>
          </ac:spMkLst>
        </pc:spChg>
        <pc:spChg chg="mod">
          <ac:chgData name="Foley, Angela (CTR)" userId="S::angela.j.foley@associates.hq.dhs.gov::73d758e6-61b6-4ed3-b300-594e14e43947" providerId="AD" clId="Web-{9CB9673F-8D57-20EE-C58A-F817DD028459}" dt="2026-08-26T21:38:21.340" v="2249" actId="20577"/>
          <ac:spMkLst>
            <pc:docMk/>
            <pc:sldMk cId="346358581" sldId="268"/>
            <ac:spMk id="3" creationId="{97ECFA2E-6571-5754-F976-80F34ACD6437}"/>
          </ac:spMkLst>
        </pc:spChg>
      </pc:sldChg>
      <pc:sldChg chg="modSp new">
        <pc:chgData name="Foley, Angela (CTR)" userId="S::angela.j.foley@associates.hq.dhs.gov::73d758e6-61b6-4ed3-b300-594e14e43947" providerId="AD" clId="Web-{9CB9673F-8D57-20EE-C58A-F817DD028459}" dt="2026-08-26T21:10:02.687" v="1755" actId="20577"/>
        <pc:sldMkLst>
          <pc:docMk/>
          <pc:sldMk cId="250141603" sldId="269"/>
        </pc:sldMkLst>
        <pc:spChg chg="mod">
          <ac:chgData name="Foley, Angela (CTR)" userId="S::angela.j.foley@associates.hq.dhs.gov::73d758e6-61b6-4ed3-b300-594e14e43947" providerId="AD" clId="Web-{9CB9673F-8D57-20EE-C58A-F817DD028459}" dt="2026-08-26T21:06:10.703" v="1736" actId="20577"/>
          <ac:spMkLst>
            <pc:docMk/>
            <pc:sldMk cId="250141603" sldId="269"/>
            <ac:spMk id="2" creationId="{C804E71D-DC45-3D65-B98A-8127EEB798D0}"/>
          </ac:spMkLst>
        </pc:spChg>
        <pc:spChg chg="mod">
          <ac:chgData name="Foley, Angela (CTR)" userId="S::angela.j.foley@associates.hq.dhs.gov::73d758e6-61b6-4ed3-b300-594e14e43947" providerId="AD" clId="Web-{9CB9673F-8D57-20EE-C58A-F817DD028459}" dt="2026-08-26T21:10:02.687" v="1755" actId="20577"/>
          <ac:spMkLst>
            <pc:docMk/>
            <pc:sldMk cId="250141603" sldId="269"/>
            <ac:spMk id="3" creationId="{79D5E667-EBC4-3282-BF14-2D34ECADDCBD}"/>
          </ac:spMkLst>
        </pc:spChg>
      </pc:sldChg>
      <pc:sldChg chg="modSp new">
        <pc:chgData name="Foley, Angela (CTR)" userId="S::angela.j.foley@associates.hq.dhs.gov::73d758e6-61b6-4ed3-b300-594e14e43947" providerId="AD" clId="Web-{9CB9673F-8D57-20EE-C58A-F817DD028459}" dt="2026-08-26T21:11:55.124" v="1780"/>
        <pc:sldMkLst>
          <pc:docMk/>
          <pc:sldMk cId="3501933836" sldId="270"/>
        </pc:sldMkLst>
        <pc:spChg chg="mod">
          <ac:chgData name="Foley, Angela (CTR)" userId="S::angela.j.foley@associates.hq.dhs.gov::73d758e6-61b6-4ed3-b300-594e14e43947" providerId="AD" clId="Web-{9CB9673F-8D57-20EE-C58A-F817DD028459}" dt="2026-08-26T21:09:29.843" v="1750" actId="20577"/>
          <ac:spMkLst>
            <pc:docMk/>
            <pc:sldMk cId="3501933836" sldId="270"/>
            <ac:spMk id="2" creationId="{0953D7AB-D1F8-C632-2095-3CBA86529BFA}"/>
          </ac:spMkLst>
        </pc:spChg>
        <pc:spChg chg="mod">
          <ac:chgData name="Foley, Angela (CTR)" userId="S::angela.j.foley@associates.hq.dhs.gov::73d758e6-61b6-4ed3-b300-594e14e43947" providerId="AD" clId="Web-{9CB9673F-8D57-20EE-C58A-F817DD028459}" dt="2026-08-26T21:11:55.124" v="1780"/>
          <ac:spMkLst>
            <pc:docMk/>
            <pc:sldMk cId="3501933836" sldId="270"/>
            <ac:spMk id="3" creationId="{770AEB74-E520-185C-AA13-1B5BC6343DC2}"/>
          </ac:spMkLst>
        </pc:spChg>
      </pc:sldChg>
      <pc:sldChg chg="modSp new">
        <pc:chgData name="Foley, Angela (CTR)" userId="S::angela.j.foley@associates.hq.dhs.gov::73d758e6-61b6-4ed3-b300-594e14e43947" providerId="AD" clId="Web-{9CB9673F-8D57-20EE-C58A-F817DD028459}" dt="2026-08-26T21:15:16.671" v="1802" actId="20577"/>
        <pc:sldMkLst>
          <pc:docMk/>
          <pc:sldMk cId="1451514146" sldId="271"/>
        </pc:sldMkLst>
        <pc:spChg chg="mod">
          <ac:chgData name="Foley, Angela (CTR)" userId="S::angela.j.foley@associates.hq.dhs.gov::73d758e6-61b6-4ed3-b300-594e14e43947" providerId="AD" clId="Web-{9CB9673F-8D57-20EE-C58A-F817DD028459}" dt="2026-08-26T21:12:15.281" v="1781" actId="20577"/>
          <ac:spMkLst>
            <pc:docMk/>
            <pc:sldMk cId="1451514146" sldId="271"/>
            <ac:spMk id="2" creationId="{40A393C9-6599-68F8-E3DB-2DF05D2CBAEB}"/>
          </ac:spMkLst>
        </pc:spChg>
        <pc:spChg chg="mod">
          <ac:chgData name="Foley, Angela (CTR)" userId="S::angela.j.foley@associates.hq.dhs.gov::73d758e6-61b6-4ed3-b300-594e14e43947" providerId="AD" clId="Web-{9CB9673F-8D57-20EE-C58A-F817DD028459}" dt="2026-08-26T21:15:16.671" v="1802" actId="20577"/>
          <ac:spMkLst>
            <pc:docMk/>
            <pc:sldMk cId="1451514146" sldId="271"/>
            <ac:spMk id="3" creationId="{360942D6-B4B4-F0FF-4785-AAD8456DBDDC}"/>
          </ac:spMkLst>
        </pc:spChg>
      </pc:sldChg>
      <pc:sldChg chg="modSp new">
        <pc:chgData name="Foley, Angela (CTR)" userId="S::angela.j.foley@associates.hq.dhs.gov::73d758e6-61b6-4ed3-b300-594e14e43947" providerId="AD" clId="Web-{9CB9673F-8D57-20EE-C58A-F817DD028459}" dt="2026-08-26T21:35:25.121" v="2236" actId="20577"/>
        <pc:sldMkLst>
          <pc:docMk/>
          <pc:sldMk cId="1243537814" sldId="272"/>
        </pc:sldMkLst>
        <pc:spChg chg="mod">
          <ac:chgData name="Foley, Angela (CTR)" userId="S::angela.j.foley@associates.hq.dhs.gov::73d758e6-61b6-4ed3-b300-594e14e43947" providerId="AD" clId="Web-{9CB9673F-8D57-20EE-C58A-F817DD028459}" dt="2026-08-26T21:26:27.451" v="1846" actId="20577"/>
          <ac:spMkLst>
            <pc:docMk/>
            <pc:sldMk cId="1243537814" sldId="272"/>
            <ac:spMk id="2" creationId="{23385460-EC96-84A3-8DB9-0EAEC0732DC9}"/>
          </ac:spMkLst>
        </pc:spChg>
        <pc:spChg chg="mod">
          <ac:chgData name="Foley, Angela (CTR)" userId="S::angela.j.foley@associates.hq.dhs.gov::73d758e6-61b6-4ed3-b300-594e14e43947" providerId="AD" clId="Web-{9CB9673F-8D57-20EE-C58A-F817DD028459}" dt="2026-08-26T21:35:25.121" v="2236" actId="20577"/>
          <ac:spMkLst>
            <pc:docMk/>
            <pc:sldMk cId="1243537814" sldId="272"/>
            <ac:spMk id="3" creationId="{1DEA55E1-C327-02B5-524D-764F617F17F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www.iso.org/committee/49650.html" TargetMode="External"/><Relationship Id="rId3" Type="http://schemas.openxmlformats.org/officeDocument/2006/relationships/hyperlink" Target="https://www.iso.org/committee/54960.html" TargetMode="External"/><Relationship Id="rId7" Type="http://schemas.openxmlformats.org/officeDocument/2006/relationships/hyperlink" Target="https://www.iso.org/casco.html" TargetMode="External"/><Relationship Id="rId2" Type="http://schemas.openxmlformats.org/officeDocument/2006/relationships/hyperlink" Target="https://www.iso.org/committee/45086.html" TargetMode="External"/><Relationship Id="rId1" Type="http://schemas.openxmlformats.org/officeDocument/2006/relationships/slideLayout" Target="../slideLayouts/slideLayout2.xml"/><Relationship Id="rId6" Type="http://schemas.openxmlformats.org/officeDocument/2006/relationships/hyperlink" Target="https://www.iso.org/committee/48104.html" TargetMode="External"/><Relationship Id="rId5" Type="http://schemas.openxmlformats.org/officeDocument/2006/relationships/hyperlink" Target="https://www.iec.ch/dyn/www/f?p=103:7:604002242619218::::FSP_ORG_ID,FSP_LANG_ID:1369,25" TargetMode="External"/><Relationship Id="rId10" Type="http://schemas.openxmlformats.org/officeDocument/2006/relationships/hyperlink" Target="https://www.iso.org/committee/654019.html" TargetMode="External"/><Relationship Id="rId4" Type="http://schemas.openxmlformats.org/officeDocument/2006/relationships/hyperlink" Target="https://www.iec.ch/dyn/www/f?p=103:7:604002242619218::::FSP_ORG_ID,FSP_LANG_ID:1250,25" TargetMode="External"/><Relationship Id="rId9" Type="http://schemas.openxmlformats.org/officeDocument/2006/relationships/hyperlink" Target="https://www.iso.org/committee/45306.html"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iso.org/standard/81228.html" TargetMode="External"/><Relationship Id="rId2" Type="http://schemas.openxmlformats.org/officeDocument/2006/relationships/hyperlink" Target="https://www.iso.org/standard/81120.html" TargetMode="External"/><Relationship Id="rId1" Type="http://schemas.openxmlformats.org/officeDocument/2006/relationships/slideLayout" Target="../slideLayouts/slideLayout2.xml"/><Relationship Id="rId6" Type="http://schemas.openxmlformats.org/officeDocument/2006/relationships/hyperlink" Target="https://www.iso.org/standard/78507.html" TargetMode="External"/><Relationship Id="rId5" Type="http://schemas.openxmlformats.org/officeDocument/2006/relationships/hyperlink" Target="https://www.iso.org/standard/72826.html" TargetMode="External"/><Relationship Id="rId4" Type="http://schemas.openxmlformats.org/officeDocument/2006/relationships/hyperlink" Target="https://www.iso.org/standard/68305.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atin typeface="Times New Roman"/>
                <a:cs typeface="Times New Roman"/>
              </a:rPr>
              <a:t>Introduction to SC42</a:t>
            </a:r>
          </a:p>
        </p:txBody>
      </p:sp>
      <p:sp>
        <p:nvSpPr>
          <p:cNvPr id="3" name="Subtitle 2"/>
          <p:cNvSpPr>
            <a:spLocks noGrp="1"/>
          </p:cNvSpPr>
          <p:nvPr>
            <p:ph type="subTitle" idx="1"/>
          </p:nvPr>
        </p:nvSpPr>
        <p:spPr/>
        <p:txBody>
          <a:bodyPr vert="horz" lIns="91440" tIns="45720" rIns="91440" bIns="45720" rtlCol="0" anchor="t">
            <a:normAutofit lnSpcReduction="10000"/>
          </a:bodyPr>
          <a:lstStyle/>
          <a:p>
            <a:pPr algn="l"/>
            <a:r>
              <a:rPr lang="en-US" dirty="0">
                <a:latin typeface="Times New Roman"/>
                <a:cs typeface="Times New Roman"/>
              </a:rPr>
              <a:t>Angela Foley (CTR)</a:t>
            </a:r>
          </a:p>
          <a:p>
            <a:pPr algn="l"/>
            <a:r>
              <a:rPr lang="en-US" dirty="0">
                <a:latin typeface="Times New Roman"/>
                <a:cs typeface="Times New Roman"/>
              </a:rPr>
              <a:t>Department of Homeland Security </a:t>
            </a:r>
          </a:p>
          <a:p>
            <a:pPr algn="l"/>
            <a:r>
              <a:rPr lang="en-US" dirty="0">
                <a:latin typeface="Times New Roman"/>
                <a:cs typeface="Times New Roman"/>
              </a:rPr>
              <a:t>Office of Biometric Identity Management</a:t>
            </a:r>
            <a:endParaRPr lang="en-US">
              <a:latin typeface="Times New Roman"/>
              <a:cs typeface="Times New Roman"/>
            </a:endParaRPr>
          </a:p>
          <a:p>
            <a:pPr algn="l"/>
            <a:r>
              <a:rPr lang="en-US" dirty="0">
                <a:latin typeface="Times New Roman"/>
                <a:cs typeface="Times New Roman"/>
              </a:rPr>
              <a:t>September 24, 2026</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85460-EC96-84A3-8DB9-0EAEC0732DC9}"/>
              </a:ext>
            </a:extLst>
          </p:cNvPr>
          <p:cNvSpPr>
            <a:spLocks noGrp="1"/>
          </p:cNvSpPr>
          <p:nvPr>
            <p:ph type="title"/>
          </p:nvPr>
        </p:nvSpPr>
        <p:spPr/>
        <p:txBody>
          <a:bodyPr/>
          <a:lstStyle/>
          <a:p>
            <a:r>
              <a:rPr lang="en-US">
                <a:latin typeface="Times New Roman"/>
                <a:cs typeface="Times New Roman"/>
              </a:rPr>
              <a:t>Purpose</a:t>
            </a:r>
            <a:endParaRPr lang="en-US" dirty="0">
              <a:latin typeface="Times New Roman"/>
              <a:cs typeface="Times New Roman"/>
            </a:endParaRPr>
          </a:p>
        </p:txBody>
      </p:sp>
      <p:sp>
        <p:nvSpPr>
          <p:cNvPr id="3" name="Content Placeholder 2">
            <a:extLst>
              <a:ext uri="{FF2B5EF4-FFF2-40B4-BE49-F238E27FC236}">
                <a16:creationId xmlns:a16="http://schemas.microsoft.com/office/drawing/2014/main" id="{1DEA55E1-C327-02B5-524D-764F617F17FF}"/>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sz="3200" i="1" dirty="0">
                <a:latin typeface="Times New Roman"/>
                <a:cs typeface="Times New Roman"/>
              </a:rPr>
              <a:t>The purpose of this presentation is to provide attendees with introductory, structural, and foundational ISO/IEC JTC 1 SC 42 (AI) information and standards.</a:t>
            </a:r>
          </a:p>
          <a:p>
            <a:pPr marL="0" indent="0">
              <a:buNone/>
            </a:pPr>
            <a:r>
              <a:rPr lang="en-US" b="1" dirty="0">
                <a:latin typeface="Times New Roman"/>
                <a:cs typeface="Times New Roman"/>
              </a:rPr>
              <a:t>Topics covered include:</a:t>
            </a:r>
          </a:p>
          <a:p>
            <a:r>
              <a:rPr lang="en-US" dirty="0">
                <a:latin typeface="Times New Roman"/>
                <a:cs typeface="Times New Roman"/>
              </a:rPr>
              <a:t>Introduction to key personnel and scope of sub-committee</a:t>
            </a:r>
          </a:p>
          <a:p>
            <a:r>
              <a:rPr lang="en-US" dirty="0">
                <a:latin typeface="Times New Roman"/>
                <a:cs typeface="Times New Roman"/>
              </a:rPr>
              <a:t>Compare/contrast to ISO/ IEC JTC 1 SC 37 (Biometrics)</a:t>
            </a:r>
          </a:p>
          <a:p>
            <a:r>
              <a:rPr lang="en-US" dirty="0">
                <a:latin typeface="Times New Roman"/>
                <a:cs typeface="Times New Roman"/>
              </a:rPr>
              <a:t>Working Group (WG) structure</a:t>
            </a:r>
          </a:p>
          <a:p>
            <a:r>
              <a:rPr lang="en-US" dirty="0">
                <a:latin typeface="Times New Roman"/>
                <a:cs typeface="Times New Roman"/>
              </a:rPr>
              <a:t>Foundational document recommendations</a:t>
            </a:r>
          </a:p>
          <a:p>
            <a:r>
              <a:rPr lang="en-US" dirty="0">
                <a:latin typeface="Times New Roman"/>
                <a:cs typeface="Times New Roman"/>
              </a:rPr>
              <a:t>Next step recommendations and discussion</a:t>
            </a:r>
          </a:p>
          <a:p>
            <a:r>
              <a:rPr lang="en-US" dirty="0">
                <a:latin typeface="Times New Roman"/>
                <a:cs typeface="Times New Roman"/>
              </a:rPr>
              <a:t>Appendices A-E: Foundational document abstracts, for reference.</a:t>
            </a:r>
          </a:p>
          <a:p>
            <a:endParaRPr lang="en-US" sz="3200" b="1" dirty="0">
              <a:latin typeface="Times New Roman"/>
              <a:cs typeface="Times New Roman"/>
            </a:endParaRPr>
          </a:p>
          <a:p>
            <a:endParaRPr lang="en-US" dirty="0">
              <a:latin typeface="Times New Roman"/>
              <a:cs typeface="Times New Roman"/>
            </a:endParaRPr>
          </a:p>
        </p:txBody>
      </p:sp>
    </p:spTree>
    <p:extLst>
      <p:ext uri="{BB962C8B-B14F-4D97-AF65-F5344CB8AC3E}">
        <p14:creationId xmlns:p14="http://schemas.microsoft.com/office/powerpoint/2010/main" val="1243537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F7294-2858-2352-4610-04108D0884B2}"/>
              </a:ext>
            </a:extLst>
          </p:cNvPr>
          <p:cNvSpPr>
            <a:spLocks noGrp="1"/>
          </p:cNvSpPr>
          <p:nvPr>
            <p:ph type="title"/>
          </p:nvPr>
        </p:nvSpPr>
        <p:spPr/>
        <p:txBody>
          <a:bodyPr/>
          <a:lstStyle/>
          <a:p>
            <a:r>
              <a:rPr lang="en-US" dirty="0">
                <a:latin typeface="Times New Roman"/>
                <a:cs typeface="Times New Roman"/>
              </a:rPr>
              <a:t>Overview</a:t>
            </a:r>
          </a:p>
        </p:txBody>
      </p:sp>
      <p:sp>
        <p:nvSpPr>
          <p:cNvPr id="3" name="Content Placeholder 2">
            <a:extLst>
              <a:ext uri="{FF2B5EF4-FFF2-40B4-BE49-F238E27FC236}">
                <a16:creationId xmlns:a16="http://schemas.microsoft.com/office/drawing/2014/main" id="{6C60E8E6-AFAA-E5A8-8ADF-03C260039C8C}"/>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sz="2600" b="1" dirty="0">
                <a:latin typeface="Times New Roman"/>
                <a:cs typeface="Times New Roman"/>
              </a:rPr>
              <a:t>Key Personnel:</a:t>
            </a:r>
            <a:endParaRPr lang="en-US" sz="2600" dirty="0">
              <a:latin typeface="Times New Roman"/>
              <a:cs typeface="Times New Roman"/>
            </a:endParaRPr>
          </a:p>
          <a:p>
            <a:r>
              <a:rPr lang="en-US" dirty="0">
                <a:latin typeface="Times New Roman"/>
                <a:cs typeface="Times New Roman"/>
              </a:rPr>
              <a:t>Secretariat: American National Standards Institute (ANSI)</a:t>
            </a:r>
            <a:endParaRPr lang="en-US" dirty="0"/>
          </a:p>
          <a:p>
            <a:r>
              <a:rPr lang="en-US" dirty="0">
                <a:latin typeface="Times New Roman"/>
                <a:cs typeface="Times New Roman"/>
              </a:rPr>
              <a:t>Committee Manager: Ms. Heather Benko</a:t>
            </a:r>
          </a:p>
          <a:p>
            <a:r>
              <a:rPr lang="en-US" dirty="0">
                <a:latin typeface="Times New Roman"/>
                <a:cs typeface="Times New Roman"/>
              </a:rPr>
              <a:t>Chairperson: Mr. Wael Diab</a:t>
            </a:r>
          </a:p>
          <a:p>
            <a:r>
              <a:rPr lang="en-US" dirty="0">
                <a:latin typeface="Times New Roman"/>
                <a:cs typeface="Times New Roman"/>
              </a:rPr>
              <a:t>Liaison ISO SC37/42: Mike Thieme</a:t>
            </a:r>
          </a:p>
          <a:p>
            <a:pPr marL="0" indent="0">
              <a:buNone/>
            </a:pPr>
            <a:r>
              <a:rPr lang="en-US" b="1" dirty="0">
                <a:latin typeface="Times New Roman"/>
                <a:cs typeface="Times New Roman"/>
              </a:rPr>
              <a:t>Scope:</a:t>
            </a:r>
          </a:p>
          <a:p>
            <a:r>
              <a:rPr lang="en-US" sz="2400" dirty="0">
                <a:latin typeface="Times New Roman"/>
                <a:cs typeface="Times New Roman"/>
              </a:rPr>
              <a:t>Standardization in the area of Artificial Intelligence</a:t>
            </a:r>
          </a:p>
          <a:p>
            <a:r>
              <a:rPr lang="en-US" sz="2400" dirty="0">
                <a:latin typeface="Times New Roman"/>
                <a:cs typeface="Times New Roman"/>
              </a:rPr>
              <a:t>Serve as the focus and proponent for JTC 1's standardization program on Artificial Intelligence</a:t>
            </a:r>
          </a:p>
          <a:p>
            <a:r>
              <a:rPr lang="en-US" sz="2400" dirty="0">
                <a:latin typeface="Times New Roman"/>
                <a:cs typeface="Times New Roman"/>
              </a:rPr>
              <a:t>Provide guidance to JTC 1, IEC, and ISO committees developing Artificial Intelligence applications</a:t>
            </a:r>
          </a:p>
          <a:p>
            <a:endParaRPr lang="en-US" dirty="0"/>
          </a:p>
        </p:txBody>
      </p:sp>
    </p:spTree>
    <p:extLst>
      <p:ext uri="{BB962C8B-B14F-4D97-AF65-F5344CB8AC3E}">
        <p14:creationId xmlns:p14="http://schemas.microsoft.com/office/powerpoint/2010/main" val="2665280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0622A-A7AD-7D0D-7F7D-3E8BF1A20F04}"/>
              </a:ext>
            </a:extLst>
          </p:cNvPr>
          <p:cNvSpPr>
            <a:spLocks noGrp="1"/>
          </p:cNvSpPr>
          <p:nvPr>
            <p:ph type="title"/>
          </p:nvPr>
        </p:nvSpPr>
        <p:spPr/>
        <p:txBody>
          <a:bodyPr/>
          <a:lstStyle/>
          <a:p>
            <a:r>
              <a:rPr lang="en-US" dirty="0">
                <a:latin typeface="Times New Roman"/>
                <a:cs typeface="Times New Roman"/>
              </a:rPr>
              <a:t>By the Numbers</a:t>
            </a:r>
          </a:p>
        </p:txBody>
      </p:sp>
      <p:graphicFrame>
        <p:nvGraphicFramePr>
          <p:cNvPr id="5" name="Table 4">
            <a:extLst>
              <a:ext uri="{FF2B5EF4-FFF2-40B4-BE49-F238E27FC236}">
                <a16:creationId xmlns:a16="http://schemas.microsoft.com/office/drawing/2014/main" id="{9AECFA76-4AC4-6129-42BE-D436DDA12F06}"/>
              </a:ext>
            </a:extLst>
          </p:cNvPr>
          <p:cNvGraphicFramePr>
            <a:graphicFrameLocks noGrp="1"/>
          </p:cNvGraphicFramePr>
          <p:nvPr>
            <p:extLst>
              <p:ext uri="{D42A27DB-BD31-4B8C-83A1-F6EECF244321}">
                <p14:modId xmlns:p14="http://schemas.microsoft.com/office/powerpoint/2010/main" val="883443614"/>
              </p:ext>
            </p:extLst>
          </p:nvPr>
        </p:nvGraphicFramePr>
        <p:xfrm>
          <a:off x="1164565" y="1696528"/>
          <a:ext cx="9883194" cy="4444272"/>
        </p:xfrm>
        <a:graphic>
          <a:graphicData uri="http://schemas.openxmlformats.org/drawingml/2006/table">
            <a:tbl>
              <a:tblPr firstRow="1" bandRow="1">
                <a:tableStyleId>{5C22544A-7EE6-4342-B048-85BDC9FD1C3A}</a:tableStyleId>
              </a:tblPr>
              <a:tblGrid>
                <a:gridCol w="4941597">
                  <a:extLst>
                    <a:ext uri="{9D8B030D-6E8A-4147-A177-3AD203B41FA5}">
                      <a16:colId xmlns:a16="http://schemas.microsoft.com/office/drawing/2014/main" val="3258069169"/>
                    </a:ext>
                  </a:extLst>
                </a:gridCol>
                <a:gridCol w="4941597">
                  <a:extLst>
                    <a:ext uri="{9D8B030D-6E8A-4147-A177-3AD203B41FA5}">
                      <a16:colId xmlns:a16="http://schemas.microsoft.com/office/drawing/2014/main" val="3893447802"/>
                    </a:ext>
                  </a:extLst>
                </a:gridCol>
              </a:tblGrid>
              <a:tr h="1080814">
                <a:tc>
                  <a:txBody>
                    <a:bodyPr/>
                    <a:lstStyle/>
                    <a:p>
                      <a:pPr lvl="0" algn="ctr">
                        <a:lnSpc>
                          <a:spcPct val="100000"/>
                        </a:lnSpc>
                        <a:spcBef>
                          <a:spcPts val="0"/>
                        </a:spcBef>
                        <a:spcAft>
                          <a:spcPts val="0"/>
                        </a:spcAft>
                        <a:buNone/>
                      </a:pPr>
                      <a:r>
                        <a:rPr lang="en-US" sz="2800" b="1" i="0" u="none" strike="noStrike" noProof="0">
                          <a:solidFill>
                            <a:schemeClr val="bg1"/>
                          </a:solidFill>
                          <a:latin typeface="Times New Roman"/>
                          <a:cs typeface="Times New Roman"/>
                        </a:rPr>
                        <a:t>ISO/ IEC JTC 1/ SC42</a:t>
                      </a:r>
                      <a:endParaRPr lang="en-US" sz="2800" b="0" i="0" u="none" strike="noStrike" noProof="0">
                        <a:solidFill>
                          <a:schemeClr val="bg1"/>
                        </a:solidFill>
                        <a:latin typeface="Times New Roman"/>
                        <a:cs typeface="Times New Roman"/>
                      </a:endParaRPr>
                    </a:p>
                    <a:p>
                      <a:pPr lvl="0" algn="ctr">
                        <a:lnSpc>
                          <a:spcPct val="100000"/>
                        </a:lnSpc>
                        <a:spcBef>
                          <a:spcPts val="0"/>
                        </a:spcBef>
                        <a:spcAft>
                          <a:spcPts val="0"/>
                        </a:spcAft>
                        <a:buNone/>
                      </a:pPr>
                      <a:r>
                        <a:rPr lang="en-US" sz="2800" b="1" i="0" u="none" strike="noStrike" noProof="0">
                          <a:solidFill>
                            <a:schemeClr val="bg1"/>
                          </a:solidFill>
                          <a:latin typeface="Times New Roman"/>
                          <a:cs typeface="Times New Roman"/>
                        </a:rPr>
                        <a:t> (AI)</a:t>
                      </a:r>
                      <a:endParaRPr lang="en-US" sz="2800" b="0" i="0" u="none" strike="noStrike" noProof="0">
                        <a:solidFill>
                          <a:schemeClr val="bg1"/>
                        </a:solidFill>
                        <a:latin typeface="Times New Roman"/>
                        <a:cs typeface="Times New Roman"/>
                      </a:endParaRPr>
                    </a:p>
                  </a:txBody>
                  <a:tcPr/>
                </a:tc>
                <a:tc>
                  <a:txBody>
                    <a:bodyPr/>
                    <a:lstStyle/>
                    <a:p>
                      <a:pPr marL="0" marR="0" lvl="0" indent="0" algn="ctr" defTabSz="914400" rtl="0" eaLnBrk="1" latinLnBrk="0" hangingPunct="1">
                        <a:lnSpc>
                          <a:spcPct val="90000"/>
                        </a:lnSpc>
                        <a:spcBef>
                          <a:spcPts val="1000"/>
                        </a:spcBef>
                        <a:spcAft>
                          <a:spcPts val="0"/>
                        </a:spcAft>
                        <a:buFont typeface="Arial"/>
                        <a:buNone/>
                      </a:pPr>
                      <a:r>
                        <a:rPr lang="en-US" sz="2800" b="1" i="0" u="none" strike="noStrike" kern="1200" noProof="0">
                          <a:solidFill>
                            <a:schemeClr val="bg1"/>
                          </a:solidFill>
                          <a:latin typeface="Times New Roman"/>
                          <a:ea typeface="+mn-ea"/>
                          <a:cs typeface="Times New Roman"/>
                        </a:rPr>
                        <a:t>ISO/ IEC JTC 1/ SC37 (Biometrics)</a:t>
                      </a:r>
                    </a:p>
                    <a:p>
                      <a:pPr marL="0" marR="0" lvl="0" indent="0" algn="l" defTabSz="914400" rtl="0" eaLnBrk="1" latinLnBrk="0" hangingPunct="1">
                        <a:lnSpc>
                          <a:spcPct val="90000"/>
                        </a:lnSpc>
                        <a:spcBef>
                          <a:spcPts val="1000"/>
                        </a:spcBef>
                        <a:spcAft>
                          <a:spcPts val="0"/>
                        </a:spcAft>
                        <a:buFont typeface="Arial"/>
                        <a:buNone/>
                      </a:pPr>
                      <a:endParaRPr lang="en-US" sz="2800" b="1" i="0" u="none" strike="noStrike" kern="1200" dirty="0">
                        <a:solidFill>
                          <a:srgbClr val="000000"/>
                        </a:solidFill>
                        <a:latin typeface="Times New Roman"/>
                        <a:ea typeface="+mn-ea"/>
                        <a:cs typeface="Times New Roman"/>
                      </a:endParaRPr>
                    </a:p>
                  </a:txBody>
                  <a:tcPr/>
                </a:tc>
                <a:extLst>
                  <a:ext uri="{0D108BD9-81ED-4DB2-BD59-A6C34878D82A}">
                    <a16:rowId xmlns:a16="http://schemas.microsoft.com/office/drawing/2014/main" val="10813609"/>
                  </a:ext>
                </a:extLst>
              </a:tr>
              <a:tr h="703786">
                <a:tc>
                  <a:txBody>
                    <a:bodyPr/>
                    <a:lstStyle/>
                    <a:p>
                      <a:pPr marL="0" marR="0" lvl="0" indent="0" algn="l">
                        <a:lnSpc>
                          <a:spcPct val="90000"/>
                        </a:lnSpc>
                        <a:spcBef>
                          <a:spcPts val="1000"/>
                        </a:spcBef>
                        <a:spcAft>
                          <a:spcPts val="0"/>
                        </a:spcAft>
                        <a:buNone/>
                      </a:pPr>
                      <a:r>
                        <a:rPr lang="en-US" sz="2400" b="0" i="0" u="none" strike="noStrike" noProof="0">
                          <a:solidFill>
                            <a:srgbClr val="000000"/>
                          </a:solidFill>
                          <a:latin typeface="Times New Roman"/>
                          <a:cs typeface="Times New Roman"/>
                        </a:rPr>
                        <a:t>44 Published ISO Standards</a:t>
                      </a:r>
                    </a:p>
                  </a:txBody>
                  <a:tcPr/>
                </a:tc>
                <a:tc>
                  <a:txBody>
                    <a:bodyPr/>
                    <a:lstStyle/>
                    <a:p>
                      <a:pPr marL="0" marR="0" lvl="0" indent="0" algn="l" defTabSz="914400" rtl="0" eaLnBrk="1" latinLnBrk="0" hangingPunct="1">
                        <a:lnSpc>
                          <a:spcPct val="90000"/>
                        </a:lnSpc>
                        <a:spcBef>
                          <a:spcPts val="1000"/>
                        </a:spcBef>
                        <a:spcAft>
                          <a:spcPts val="0"/>
                        </a:spcAft>
                        <a:buFont typeface="Arial"/>
                        <a:buNone/>
                      </a:pPr>
                      <a:r>
                        <a:rPr lang="en-US" sz="2400" b="0" i="0" u="sng" strike="noStrike" kern="1200" noProof="0">
                          <a:solidFill>
                            <a:srgbClr val="000000"/>
                          </a:solidFill>
                          <a:latin typeface="Times New Roman"/>
                          <a:ea typeface="+mn-ea"/>
                          <a:cs typeface="Times New Roman"/>
                        </a:rPr>
                        <a:t>145</a:t>
                      </a:r>
                      <a:r>
                        <a:rPr lang="en-US" sz="2400" b="0" i="0" u="none" strike="noStrike" kern="1200" noProof="0">
                          <a:solidFill>
                            <a:srgbClr val="000000"/>
                          </a:solidFill>
                          <a:latin typeface="Times New Roman"/>
                          <a:ea typeface="+mn-ea"/>
                          <a:cs typeface="Times New Roman"/>
                        </a:rPr>
                        <a:t> Published ISO Standards</a:t>
                      </a:r>
                    </a:p>
                  </a:txBody>
                  <a:tcPr/>
                </a:tc>
                <a:extLst>
                  <a:ext uri="{0D108BD9-81ED-4DB2-BD59-A6C34878D82A}">
                    <a16:rowId xmlns:a16="http://schemas.microsoft.com/office/drawing/2014/main" val="2095757048"/>
                  </a:ext>
                </a:extLst>
              </a:tr>
              <a:tr h="879732">
                <a:tc>
                  <a:txBody>
                    <a:bodyPr/>
                    <a:lstStyle/>
                    <a:p>
                      <a:pPr lvl="0">
                        <a:buNone/>
                      </a:pPr>
                      <a:r>
                        <a:rPr lang="en-US" sz="2400" b="0" i="0" u="sng" strike="noStrike" noProof="0">
                          <a:solidFill>
                            <a:srgbClr val="000000"/>
                          </a:solidFill>
                          <a:latin typeface="Times New Roman"/>
                          <a:cs typeface="Times New Roman"/>
                        </a:rPr>
                        <a:t>48</a:t>
                      </a:r>
                      <a:r>
                        <a:rPr lang="en-US" sz="2400" b="0" i="0" u="none" strike="noStrike" noProof="0">
                          <a:solidFill>
                            <a:srgbClr val="000000"/>
                          </a:solidFill>
                          <a:latin typeface="Times New Roman"/>
                          <a:cs typeface="Times New Roman"/>
                        </a:rPr>
                        <a:t> ISO standards under development</a:t>
                      </a:r>
                      <a:endParaRPr lang="en-US" sz="2400">
                        <a:latin typeface="Times New Roman"/>
                        <a:cs typeface="Times New Roman"/>
                      </a:endParaRPr>
                    </a:p>
                  </a:txBody>
                  <a:tcPr/>
                </a:tc>
                <a:tc>
                  <a:txBody>
                    <a:bodyPr/>
                    <a:lstStyle/>
                    <a:p>
                      <a:pPr marL="0" marR="0" lvl="0" indent="0" algn="l" defTabSz="914400" rtl="0" eaLnBrk="1" latinLnBrk="0" hangingPunct="1">
                        <a:lnSpc>
                          <a:spcPct val="90000"/>
                        </a:lnSpc>
                        <a:spcBef>
                          <a:spcPts val="1000"/>
                        </a:spcBef>
                        <a:spcAft>
                          <a:spcPts val="0"/>
                        </a:spcAft>
                        <a:buFont typeface="Arial"/>
                        <a:buNone/>
                      </a:pPr>
                      <a:r>
                        <a:rPr lang="en-US" sz="2400" b="0" i="0" u="none" strike="noStrike" kern="1200" noProof="0">
                          <a:solidFill>
                            <a:srgbClr val="000000"/>
                          </a:solidFill>
                          <a:latin typeface="Times New Roman"/>
                          <a:ea typeface="+mn-ea"/>
                          <a:cs typeface="Times New Roman"/>
                        </a:rPr>
                        <a:t>28 ISO standards under development </a:t>
                      </a:r>
                    </a:p>
                    <a:p>
                      <a:pPr marL="0" lvl="0" algn="l" defTabSz="914400" rtl="0" eaLnBrk="1" latinLnBrk="0" hangingPunct="1">
                        <a:buNone/>
                      </a:pPr>
                      <a:endParaRPr lang="en-US" sz="2400" b="0" i="0" u="none" strike="noStrike" kern="1200" dirty="0">
                        <a:solidFill>
                          <a:srgbClr val="000000"/>
                        </a:solidFill>
                        <a:latin typeface="Times New Roman"/>
                        <a:ea typeface="+mn-ea"/>
                        <a:cs typeface="Times New Roman"/>
                      </a:endParaRPr>
                    </a:p>
                  </a:txBody>
                  <a:tcPr/>
                </a:tc>
                <a:extLst>
                  <a:ext uri="{0D108BD9-81ED-4DB2-BD59-A6C34878D82A}">
                    <a16:rowId xmlns:a16="http://schemas.microsoft.com/office/drawing/2014/main" val="49955009"/>
                  </a:ext>
                </a:extLst>
              </a:tr>
              <a:tr h="703786">
                <a:tc>
                  <a:txBody>
                    <a:bodyPr/>
                    <a:lstStyle/>
                    <a:p>
                      <a:pPr marL="0" marR="0" lvl="0" indent="0" algn="l">
                        <a:lnSpc>
                          <a:spcPct val="90000"/>
                        </a:lnSpc>
                        <a:spcBef>
                          <a:spcPts val="1000"/>
                        </a:spcBef>
                        <a:spcAft>
                          <a:spcPts val="0"/>
                        </a:spcAft>
                        <a:buNone/>
                      </a:pPr>
                      <a:r>
                        <a:rPr lang="en-US" sz="2400" b="0" i="0" u="sng" strike="noStrike" noProof="0">
                          <a:solidFill>
                            <a:srgbClr val="000000"/>
                          </a:solidFill>
                          <a:latin typeface="Times New Roman"/>
                          <a:cs typeface="Times New Roman"/>
                        </a:rPr>
                        <a:t>58</a:t>
                      </a:r>
                      <a:r>
                        <a:rPr lang="en-US" sz="2400" b="0" i="0" u="none" strike="noStrike" noProof="0">
                          <a:solidFill>
                            <a:srgbClr val="000000"/>
                          </a:solidFill>
                          <a:latin typeface="Times New Roman"/>
                          <a:cs typeface="Times New Roman"/>
                        </a:rPr>
                        <a:t> Participating members</a:t>
                      </a:r>
                    </a:p>
                  </a:txBody>
                  <a:tcPr/>
                </a:tc>
                <a:tc>
                  <a:txBody>
                    <a:bodyPr/>
                    <a:lstStyle/>
                    <a:p>
                      <a:pPr marL="0" marR="0" lvl="0" indent="0" algn="l" defTabSz="914400" rtl="0" eaLnBrk="1" latinLnBrk="0" hangingPunct="1">
                        <a:lnSpc>
                          <a:spcPct val="90000"/>
                        </a:lnSpc>
                        <a:spcBef>
                          <a:spcPts val="1000"/>
                        </a:spcBef>
                        <a:spcAft>
                          <a:spcPts val="0"/>
                        </a:spcAft>
                        <a:buFont typeface="Arial"/>
                        <a:buNone/>
                      </a:pPr>
                      <a:r>
                        <a:rPr lang="en-US" sz="2400" b="0" i="0" u="none" strike="noStrike" kern="1200" noProof="0">
                          <a:solidFill>
                            <a:srgbClr val="000000"/>
                          </a:solidFill>
                          <a:latin typeface="Times New Roman"/>
                          <a:ea typeface="+mn-ea"/>
                          <a:cs typeface="Times New Roman"/>
                        </a:rPr>
                        <a:t>35 Participating members</a:t>
                      </a:r>
                    </a:p>
                  </a:txBody>
                  <a:tcPr/>
                </a:tc>
                <a:extLst>
                  <a:ext uri="{0D108BD9-81ED-4DB2-BD59-A6C34878D82A}">
                    <a16:rowId xmlns:a16="http://schemas.microsoft.com/office/drawing/2014/main" val="129090607"/>
                  </a:ext>
                </a:extLst>
              </a:tr>
              <a:tr h="628380">
                <a:tc>
                  <a:txBody>
                    <a:bodyPr/>
                    <a:lstStyle/>
                    <a:p>
                      <a:pPr marL="0" marR="0" lvl="0" indent="0" algn="l">
                        <a:lnSpc>
                          <a:spcPct val="90000"/>
                        </a:lnSpc>
                        <a:spcBef>
                          <a:spcPts val="1000"/>
                        </a:spcBef>
                        <a:spcAft>
                          <a:spcPts val="0"/>
                        </a:spcAft>
                        <a:buNone/>
                      </a:pPr>
                      <a:r>
                        <a:rPr lang="en-US" sz="2400" b="0" i="0" u="sng" strike="noStrike" noProof="0">
                          <a:solidFill>
                            <a:srgbClr val="000000"/>
                          </a:solidFill>
                          <a:latin typeface="Times New Roman"/>
                          <a:cs typeface="Times New Roman"/>
                        </a:rPr>
                        <a:t>25</a:t>
                      </a:r>
                      <a:r>
                        <a:rPr lang="en-US" sz="2400" b="0" i="0" u="none" strike="noStrike" noProof="0">
                          <a:solidFill>
                            <a:srgbClr val="000000"/>
                          </a:solidFill>
                          <a:latin typeface="Times New Roman"/>
                          <a:cs typeface="Times New Roman"/>
                        </a:rPr>
                        <a:t> Observing members</a:t>
                      </a:r>
                    </a:p>
                  </a:txBody>
                  <a:tcPr/>
                </a:tc>
                <a:tc>
                  <a:txBody>
                    <a:bodyPr/>
                    <a:lstStyle/>
                    <a:p>
                      <a:pPr marL="0" marR="0" lvl="0" indent="0" algn="l" defTabSz="914400" rtl="0" eaLnBrk="1" latinLnBrk="0" hangingPunct="1">
                        <a:lnSpc>
                          <a:spcPct val="90000"/>
                        </a:lnSpc>
                        <a:spcBef>
                          <a:spcPts val="1000"/>
                        </a:spcBef>
                        <a:spcAft>
                          <a:spcPts val="0"/>
                        </a:spcAft>
                        <a:buFont typeface="Arial"/>
                        <a:buNone/>
                      </a:pPr>
                      <a:r>
                        <a:rPr lang="en-US" sz="2400" b="0" i="0" u="none" strike="noStrike" kern="1200" noProof="0">
                          <a:solidFill>
                            <a:srgbClr val="000000"/>
                          </a:solidFill>
                          <a:latin typeface="Times New Roman"/>
                          <a:ea typeface="+mn-ea"/>
                          <a:cs typeface="Times New Roman"/>
                        </a:rPr>
                        <a:t>20 Observing members</a:t>
                      </a:r>
                    </a:p>
                    <a:p>
                      <a:pPr marL="0" lvl="0" algn="l" defTabSz="914400" rtl="0" eaLnBrk="1" latinLnBrk="0" hangingPunct="1">
                        <a:buNone/>
                      </a:pPr>
                      <a:endParaRPr lang="en-US" sz="2400" b="0" i="0" u="none" strike="noStrike" kern="1200" dirty="0">
                        <a:solidFill>
                          <a:srgbClr val="000000"/>
                        </a:solidFill>
                        <a:latin typeface="Times New Roman"/>
                        <a:ea typeface="+mn-ea"/>
                        <a:cs typeface="Times New Roman"/>
                      </a:endParaRPr>
                    </a:p>
                  </a:txBody>
                  <a:tcPr/>
                </a:tc>
                <a:extLst>
                  <a:ext uri="{0D108BD9-81ED-4DB2-BD59-A6C34878D82A}">
                    <a16:rowId xmlns:a16="http://schemas.microsoft.com/office/drawing/2014/main" val="2903704203"/>
                  </a:ext>
                </a:extLst>
              </a:tr>
            </a:tbl>
          </a:graphicData>
        </a:graphic>
      </p:graphicFrame>
    </p:spTree>
    <p:extLst>
      <p:ext uri="{BB962C8B-B14F-4D97-AF65-F5344CB8AC3E}">
        <p14:creationId xmlns:p14="http://schemas.microsoft.com/office/powerpoint/2010/main" val="3610988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53337-6EF4-5F2D-8D98-D8CD7FDCC255}"/>
              </a:ext>
            </a:extLst>
          </p:cNvPr>
          <p:cNvSpPr>
            <a:spLocks noGrp="1"/>
          </p:cNvSpPr>
          <p:nvPr>
            <p:ph type="title"/>
          </p:nvPr>
        </p:nvSpPr>
        <p:spPr/>
        <p:txBody>
          <a:bodyPr/>
          <a:lstStyle/>
          <a:p>
            <a:r>
              <a:rPr lang="en-US">
                <a:latin typeface="Times New Roman"/>
                <a:cs typeface="Times New Roman"/>
              </a:rPr>
              <a:t>Working Groups</a:t>
            </a:r>
          </a:p>
        </p:txBody>
      </p:sp>
      <p:graphicFrame>
        <p:nvGraphicFramePr>
          <p:cNvPr id="4" name="Table 3">
            <a:extLst>
              <a:ext uri="{FF2B5EF4-FFF2-40B4-BE49-F238E27FC236}">
                <a16:creationId xmlns:a16="http://schemas.microsoft.com/office/drawing/2014/main" id="{8E8D073C-A753-FBE8-81CD-D0E11CC7F90D}"/>
              </a:ext>
            </a:extLst>
          </p:cNvPr>
          <p:cNvGraphicFramePr>
            <a:graphicFrameLocks noGrp="1"/>
          </p:cNvGraphicFramePr>
          <p:nvPr>
            <p:extLst>
              <p:ext uri="{D42A27DB-BD31-4B8C-83A1-F6EECF244321}">
                <p14:modId xmlns:p14="http://schemas.microsoft.com/office/powerpoint/2010/main" val="158034241"/>
              </p:ext>
            </p:extLst>
          </p:nvPr>
        </p:nvGraphicFramePr>
        <p:xfrm>
          <a:off x="833886" y="1710905"/>
          <a:ext cx="10557587" cy="3962400"/>
        </p:xfrm>
        <a:graphic>
          <a:graphicData uri="http://schemas.openxmlformats.org/drawingml/2006/table">
            <a:tbl>
              <a:tblPr firstRow="1" bandRow="1">
                <a:tableStyleId>{5C22544A-7EE6-4342-B048-85BDC9FD1C3A}</a:tableStyleId>
              </a:tblPr>
              <a:tblGrid>
                <a:gridCol w="2254249">
                  <a:extLst>
                    <a:ext uri="{9D8B030D-6E8A-4147-A177-3AD203B41FA5}">
                      <a16:colId xmlns:a16="http://schemas.microsoft.com/office/drawing/2014/main" val="480186401"/>
                    </a:ext>
                  </a:extLst>
                </a:gridCol>
                <a:gridCol w="8303338">
                  <a:extLst>
                    <a:ext uri="{9D8B030D-6E8A-4147-A177-3AD203B41FA5}">
                      <a16:colId xmlns:a16="http://schemas.microsoft.com/office/drawing/2014/main" val="4108963834"/>
                    </a:ext>
                  </a:extLst>
                </a:gridCol>
              </a:tblGrid>
              <a:tr h="329412">
                <a:tc>
                  <a:txBody>
                    <a:bodyPr/>
                    <a:lstStyle/>
                    <a:p>
                      <a:r>
                        <a:rPr lang="en-US" sz="3200">
                          <a:latin typeface="Times New Roman"/>
                          <a:cs typeface="Times New Roman"/>
                        </a:rPr>
                        <a:t>Number</a:t>
                      </a:r>
                      <a:endParaRPr lang="en-US" sz="3200" dirty="0">
                        <a:latin typeface="Times New Roman"/>
                        <a:cs typeface="Times New Roman"/>
                      </a:endParaRPr>
                    </a:p>
                  </a:txBody>
                  <a:tcPr/>
                </a:tc>
                <a:tc>
                  <a:txBody>
                    <a:bodyPr/>
                    <a:lstStyle/>
                    <a:p>
                      <a:r>
                        <a:rPr lang="en-US" sz="3200">
                          <a:latin typeface="Times New Roman"/>
                          <a:cs typeface="Times New Roman"/>
                        </a:rPr>
                        <a:t>Topic</a:t>
                      </a:r>
                      <a:endParaRPr lang="en-US" sz="3200" dirty="0">
                        <a:latin typeface="Times New Roman"/>
                        <a:cs typeface="Times New Roman"/>
                      </a:endParaRPr>
                    </a:p>
                  </a:txBody>
                  <a:tcPr/>
                </a:tc>
                <a:extLst>
                  <a:ext uri="{0D108BD9-81ED-4DB2-BD59-A6C34878D82A}">
                    <a16:rowId xmlns:a16="http://schemas.microsoft.com/office/drawing/2014/main" val="3347847456"/>
                  </a:ext>
                </a:extLst>
              </a:tr>
              <a:tr h="329412">
                <a:tc>
                  <a:txBody>
                    <a:bodyPr/>
                    <a:lstStyle/>
                    <a:p>
                      <a:pPr lvl="0">
                        <a:buNone/>
                      </a:pPr>
                      <a:r>
                        <a:rPr lang="en-US" sz="3200" b="0" i="0" u="none" strike="noStrike" noProof="0">
                          <a:solidFill>
                            <a:srgbClr val="000000"/>
                          </a:solidFill>
                          <a:latin typeface="Times New Roman"/>
                          <a:cs typeface="Times New Roman"/>
                        </a:rPr>
                        <a:t>WG1</a:t>
                      </a:r>
                    </a:p>
                  </a:txBody>
                  <a:tcPr/>
                </a:tc>
                <a:tc>
                  <a:txBody>
                    <a:bodyPr/>
                    <a:lstStyle/>
                    <a:p>
                      <a:r>
                        <a:rPr lang="en-US" sz="3200">
                          <a:latin typeface="Times New Roman"/>
                          <a:cs typeface="Times New Roman"/>
                        </a:rPr>
                        <a:t>Foundational Standards</a:t>
                      </a:r>
                      <a:endParaRPr lang="en-US" sz="3200" dirty="0">
                        <a:latin typeface="Times New Roman"/>
                        <a:cs typeface="Times New Roman"/>
                      </a:endParaRPr>
                    </a:p>
                  </a:txBody>
                  <a:tcPr/>
                </a:tc>
                <a:extLst>
                  <a:ext uri="{0D108BD9-81ED-4DB2-BD59-A6C34878D82A}">
                    <a16:rowId xmlns:a16="http://schemas.microsoft.com/office/drawing/2014/main" val="1865717789"/>
                  </a:ext>
                </a:extLst>
              </a:tr>
              <a:tr h="329412">
                <a:tc>
                  <a:txBody>
                    <a:bodyPr/>
                    <a:lstStyle/>
                    <a:p>
                      <a:r>
                        <a:rPr lang="en-US" sz="3200">
                          <a:latin typeface="Times New Roman"/>
                          <a:cs typeface="Times New Roman"/>
                        </a:rPr>
                        <a:t>WG2</a:t>
                      </a:r>
                      <a:endParaRPr lang="en-US" sz="3200" dirty="0">
                        <a:latin typeface="Times New Roman"/>
                        <a:cs typeface="Times New Roman"/>
                      </a:endParaRPr>
                    </a:p>
                  </a:txBody>
                  <a:tcPr/>
                </a:tc>
                <a:tc>
                  <a:txBody>
                    <a:bodyPr/>
                    <a:lstStyle/>
                    <a:p>
                      <a:r>
                        <a:rPr lang="en-US" sz="3200" dirty="0">
                          <a:latin typeface="Times New Roman"/>
                          <a:cs typeface="Times New Roman"/>
                        </a:rPr>
                        <a:t>Data</a:t>
                      </a:r>
                    </a:p>
                  </a:txBody>
                  <a:tcPr/>
                </a:tc>
                <a:extLst>
                  <a:ext uri="{0D108BD9-81ED-4DB2-BD59-A6C34878D82A}">
                    <a16:rowId xmlns:a16="http://schemas.microsoft.com/office/drawing/2014/main" val="1763491609"/>
                  </a:ext>
                </a:extLst>
              </a:tr>
              <a:tr h="329412">
                <a:tc>
                  <a:txBody>
                    <a:bodyPr/>
                    <a:lstStyle/>
                    <a:p>
                      <a:r>
                        <a:rPr lang="en-US" sz="3200" dirty="0">
                          <a:latin typeface="Times New Roman"/>
                          <a:cs typeface="Times New Roman"/>
                        </a:rPr>
                        <a:t>WG3</a:t>
                      </a:r>
                    </a:p>
                  </a:txBody>
                  <a:tcPr/>
                </a:tc>
                <a:tc>
                  <a:txBody>
                    <a:bodyPr/>
                    <a:lstStyle/>
                    <a:p>
                      <a:r>
                        <a:rPr lang="en-US" sz="3200">
                          <a:latin typeface="Times New Roman"/>
                          <a:cs typeface="Times New Roman"/>
                        </a:rPr>
                        <a:t>Trustworthiness</a:t>
                      </a:r>
                      <a:endParaRPr lang="en-US" sz="3200" dirty="0">
                        <a:latin typeface="Times New Roman"/>
                        <a:cs typeface="Times New Roman"/>
                      </a:endParaRPr>
                    </a:p>
                  </a:txBody>
                  <a:tcPr/>
                </a:tc>
                <a:extLst>
                  <a:ext uri="{0D108BD9-81ED-4DB2-BD59-A6C34878D82A}">
                    <a16:rowId xmlns:a16="http://schemas.microsoft.com/office/drawing/2014/main" val="1469424049"/>
                  </a:ext>
                </a:extLst>
              </a:tr>
              <a:tr h="329412">
                <a:tc>
                  <a:txBody>
                    <a:bodyPr/>
                    <a:lstStyle/>
                    <a:p>
                      <a:r>
                        <a:rPr lang="en-US" sz="3200">
                          <a:latin typeface="Times New Roman"/>
                          <a:cs typeface="Times New Roman"/>
                        </a:rPr>
                        <a:t>WG4</a:t>
                      </a:r>
                      <a:endParaRPr lang="en-US" sz="3200" dirty="0">
                        <a:latin typeface="Times New Roman"/>
                        <a:cs typeface="Times New Roman"/>
                      </a:endParaRPr>
                    </a:p>
                  </a:txBody>
                  <a:tcPr/>
                </a:tc>
                <a:tc>
                  <a:txBody>
                    <a:bodyPr/>
                    <a:lstStyle/>
                    <a:p>
                      <a:r>
                        <a:rPr lang="en-US" sz="3200" dirty="0">
                          <a:latin typeface="Times New Roman"/>
                          <a:cs typeface="Times New Roman"/>
                        </a:rPr>
                        <a:t>Use Cases with </a:t>
                      </a:r>
                      <a:r>
                        <a:rPr lang="en-US" sz="3200">
                          <a:latin typeface="Times New Roman"/>
                          <a:cs typeface="Times New Roman"/>
                        </a:rPr>
                        <a:t>Applications</a:t>
                      </a:r>
                      <a:endParaRPr lang="en-US" sz="3200" dirty="0">
                        <a:latin typeface="Times New Roman"/>
                        <a:cs typeface="Times New Roman"/>
                      </a:endParaRPr>
                    </a:p>
                  </a:txBody>
                  <a:tcPr/>
                </a:tc>
                <a:extLst>
                  <a:ext uri="{0D108BD9-81ED-4DB2-BD59-A6C34878D82A}">
                    <a16:rowId xmlns:a16="http://schemas.microsoft.com/office/drawing/2014/main" val="3071961604"/>
                  </a:ext>
                </a:extLst>
              </a:tr>
              <a:tr h="920750">
                <a:tc>
                  <a:txBody>
                    <a:bodyPr/>
                    <a:lstStyle/>
                    <a:p>
                      <a:r>
                        <a:rPr lang="en-US" sz="3200">
                          <a:latin typeface="Times New Roman"/>
                          <a:cs typeface="Times New Roman"/>
                        </a:rPr>
                        <a:t>WG5</a:t>
                      </a:r>
                      <a:endParaRPr lang="en-US" sz="3200" dirty="0">
                        <a:latin typeface="Times New Roman"/>
                        <a:cs typeface="Times New Roman"/>
                      </a:endParaRPr>
                    </a:p>
                  </a:txBody>
                  <a:tcPr/>
                </a:tc>
                <a:tc>
                  <a:txBody>
                    <a:bodyPr/>
                    <a:lstStyle/>
                    <a:p>
                      <a:r>
                        <a:rPr lang="en-US" sz="3200" dirty="0">
                          <a:latin typeface="Times New Roman"/>
                          <a:cs typeface="Times New Roman"/>
                        </a:rPr>
                        <a:t>Computational </a:t>
                      </a:r>
                      <a:r>
                        <a:rPr lang="en-US" sz="3200">
                          <a:latin typeface="Times New Roman"/>
                          <a:cs typeface="Times New Roman"/>
                        </a:rPr>
                        <a:t>Approaches and</a:t>
                      </a:r>
                      <a:r>
                        <a:rPr lang="en-US" sz="3200" dirty="0">
                          <a:latin typeface="Times New Roman"/>
                          <a:cs typeface="Times New Roman"/>
                        </a:rPr>
                        <a:t> Computational Characteristics of an AI System</a:t>
                      </a:r>
                    </a:p>
                  </a:txBody>
                  <a:tcPr/>
                </a:tc>
                <a:extLst>
                  <a:ext uri="{0D108BD9-81ED-4DB2-BD59-A6C34878D82A}">
                    <a16:rowId xmlns:a16="http://schemas.microsoft.com/office/drawing/2014/main" val="2410258704"/>
                  </a:ext>
                </a:extLst>
              </a:tr>
            </a:tbl>
          </a:graphicData>
        </a:graphic>
      </p:graphicFrame>
    </p:spTree>
    <p:extLst>
      <p:ext uri="{BB962C8B-B14F-4D97-AF65-F5344CB8AC3E}">
        <p14:creationId xmlns:p14="http://schemas.microsoft.com/office/powerpoint/2010/main" val="628595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7956-AF88-D58D-EB84-EB5A75A728BC}"/>
              </a:ext>
            </a:extLst>
          </p:cNvPr>
          <p:cNvSpPr>
            <a:spLocks noGrp="1"/>
          </p:cNvSpPr>
          <p:nvPr>
            <p:ph type="title"/>
          </p:nvPr>
        </p:nvSpPr>
        <p:spPr/>
        <p:txBody>
          <a:bodyPr/>
          <a:lstStyle/>
          <a:p>
            <a:r>
              <a:rPr lang="en-US">
                <a:latin typeface="Times New Roman"/>
                <a:cs typeface="Times New Roman"/>
              </a:rPr>
              <a:t>Joint Working Groups</a:t>
            </a:r>
          </a:p>
        </p:txBody>
      </p:sp>
      <p:sp>
        <p:nvSpPr>
          <p:cNvPr id="3" name="Content Placeholder 2">
            <a:extLst>
              <a:ext uri="{FF2B5EF4-FFF2-40B4-BE49-F238E27FC236}">
                <a16:creationId xmlns:a16="http://schemas.microsoft.com/office/drawing/2014/main" id="{7FBE72CA-BB3D-A3A1-251E-053155B5029B}"/>
              </a:ext>
            </a:extLst>
          </p:cNvPr>
          <p:cNvSpPr>
            <a:spLocks noGrp="1"/>
          </p:cNvSpPr>
          <p:nvPr>
            <p:ph idx="1"/>
          </p:nvPr>
        </p:nvSpPr>
        <p:spPr/>
        <p:txBody>
          <a:bodyPr vert="horz" lIns="91440" tIns="45720" rIns="91440" bIns="45720" rtlCol="0" anchor="t">
            <a:normAutofit/>
          </a:bodyPr>
          <a:lstStyle/>
          <a:p>
            <a:endParaRPr lang="en-US" dirty="0"/>
          </a:p>
          <a:p>
            <a:endParaRPr lang="en-US" dirty="0"/>
          </a:p>
        </p:txBody>
      </p:sp>
      <p:graphicFrame>
        <p:nvGraphicFramePr>
          <p:cNvPr id="4" name="Table 3">
            <a:extLst>
              <a:ext uri="{FF2B5EF4-FFF2-40B4-BE49-F238E27FC236}">
                <a16:creationId xmlns:a16="http://schemas.microsoft.com/office/drawing/2014/main" id="{EAD8AB57-D2B6-7A4B-89DE-7951D748113E}"/>
              </a:ext>
            </a:extLst>
          </p:cNvPr>
          <p:cNvGraphicFramePr>
            <a:graphicFrameLocks noGrp="1"/>
          </p:cNvGraphicFramePr>
          <p:nvPr>
            <p:extLst>
              <p:ext uri="{D42A27DB-BD31-4B8C-83A1-F6EECF244321}">
                <p14:modId xmlns:p14="http://schemas.microsoft.com/office/powerpoint/2010/main" val="3701187532"/>
              </p:ext>
            </p:extLst>
          </p:nvPr>
        </p:nvGraphicFramePr>
        <p:xfrm>
          <a:off x="1065602" y="1497984"/>
          <a:ext cx="10060796" cy="5070684"/>
        </p:xfrm>
        <a:graphic>
          <a:graphicData uri="http://schemas.openxmlformats.org/drawingml/2006/table">
            <a:tbl>
              <a:tblPr firstRow="1" bandRow="1">
                <a:tableStyleId>{5C22544A-7EE6-4342-B048-85BDC9FD1C3A}</a:tableStyleId>
              </a:tblPr>
              <a:tblGrid>
                <a:gridCol w="1905381">
                  <a:extLst>
                    <a:ext uri="{9D8B030D-6E8A-4147-A177-3AD203B41FA5}">
                      <a16:colId xmlns:a16="http://schemas.microsoft.com/office/drawing/2014/main" val="1221635688"/>
                    </a:ext>
                  </a:extLst>
                </a:gridCol>
                <a:gridCol w="8155415">
                  <a:extLst>
                    <a:ext uri="{9D8B030D-6E8A-4147-A177-3AD203B41FA5}">
                      <a16:colId xmlns:a16="http://schemas.microsoft.com/office/drawing/2014/main" val="2849468164"/>
                    </a:ext>
                  </a:extLst>
                </a:gridCol>
              </a:tblGrid>
              <a:tr h="485516">
                <a:tc>
                  <a:txBody>
                    <a:bodyPr/>
                    <a:lstStyle/>
                    <a:p>
                      <a:r>
                        <a:rPr lang="en-US" sz="2000" b="1" dirty="0">
                          <a:latin typeface="Times New Roman"/>
                          <a:cs typeface="Times New Roman"/>
                        </a:rPr>
                        <a:t>JWG</a:t>
                      </a:r>
                    </a:p>
                  </a:txBody>
                  <a:tcPr/>
                </a:tc>
                <a:tc>
                  <a:txBody>
                    <a:bodyPr/>
                    <a:lstStyle/>
                    <a:p>
                      <a:r>
                        <a:rPr lang="en-US" sz="2000" dirty="0">
                          <a:latin typeface="Times New Roman"/>
                          <a:cs typeface="Times New Roman"/>
                        </a:rPr>
                        <a:t>Partner, Topic</a:t>
                      </a:r>
                    </a:p>
                  </a:txBody>
                  <a:tcPr/>
                </a:tc>
                <a:extLst>
                  <a:ext uri="{0D108BD9-81ED-4DB2-BD59-A6C34878D82A}">
                    <a16:rowId xmlns:a16="http://schemas.microsoft.com/office/drawing/2014/main" val="4211196224"/>
                  </a:ext>
                </a:extLst>
              </a:tr>
              <a:tr h="485516">
                <a:tc>
                  <a:txBody>
                    <a:bodyPr/>
                    <a:lstStyle/>
                    <a:p>
                      <a:r>
                        <a:rPr lang="en-US" sz="2000" dirty="0">
                          <a:latin typeface="Times New Roman"/>
                          <a:cs typeface="Times New Roman"/>
                        </a:rPr>
                        <a:t>JWG 2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a:cs typeface="Times New Roman"/>
                          <a:hlinkClick r:id="rId2"/>
                        </a:rPr>
                        <a:t>SC7</a:t>
                      </a:r>
                      <a:r>
                        <a:rPr lang="en-US" sz="2000" dirty="0">
                          <a:latin typeface="Times New Roman"/>
                          <a:cs typeface="Times New Roman"/>
                        </a:rPr>
                        <a:t> (Software and systems engineering)</a:t>
                      </a:r>
                    </a:p>
                  </a:txBody>
                  <a:tcPr/>
                </a:tc>
                <a:extLst>
                  <a:ext uri="{0D108BD9-81ED-4DB2-BD59-A6C34878D82A}">
                    <a16:rowId xmlns:a16="http://schemas.microsoft.com/office/drawing/2014/main" val="3351723085"/>
                  </a:ext>
                </a:extLst>
              </a:tr>
              <a:tr h="485516">
                <a:tc>
                  <a:txBody>
                    <a:bodyPr/>
                    <a:lstStyle/>
                    <a:p>
                      <a:r>
                        <a:rPr lang="en-US" sz="2000" dirty="0">
                          <a:latin typeface="Times New Roman"/>
                          <a:cs typeface="Times New Roman"/>
                        </a:rPr>
                        <a:t>JWG 3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a:cs typeface="Times New Roman"/>
                          <a:hlinkClick r:id="rId3"/>
                        </a:rPr>
                        <a:t>TC 215 </a:t>
                      </a:r>
                      <a:r>
                        <a:rPr lang="en-US" sz="2000" dirty="0">
                          <a:latin typeface="Times New Roman"/>
                          <a:cs typeface="Times New Roman"/>
                        </a:rPr>
                        <a:t>WG, AI enabled health informatics</a:t>
                      </a:r>
                    </a:p>
                  </a:txBody>
                  <a:tcPr/>
                </a:tc>
                <a:extLst>
                  <a:ext uri="{0D108BD9-81ED-4DB2-BD59-A6C34878D82A}">
                    <a16:rowId xmlns:a16="http://schemas.microsoft.com/office/drawing/2014/main" val="2923078523"/>
                  </a:ext>
                </a:extLst>
              </a:tr>
              <a:tr h="485516">
                <a:tc>
                  <a:txBody>
                    <a:bodyPr/>
                    <a:lstStyle/>
                    <a:p>
                      <a:r>
                        <a:rPr lang="en-US" sz="2000" dirty="0">
                          <a:latin typeface="Times New Roman"/>
                          <a:cs typeface="Times New Roman"/>
                        </a:rPr>
                        <a:t>JWG 4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a:cs typeface="Times New Roman"/>
                          <a:hlinkClick r:id="rId4"/>
                        </a:rPr>
                        <a:t>TC65</a:t>
                      </a:r>
                      <a:r>
                        <a:rPr lang="en-US" sz="2000" dirty="0">
                          <a:latin typeface="Times New Roman"/>
                          <a:cs typeface="Times New Roman"/>
                        </a:rPr>
                        <a:t>/</a:t>
                      </a:r>
                      <a:r>
                        <a:rPr lang="en-US" sz="2000" dirty="0">
                          <a:latin typeface="Times New Roman"/>
                          <a:cs typeface="Times New Roman"/>
                          <a:hlinkClick r:id="rId5"/>
                        </a:rPr>
                        <a:t>SC65A</a:t>
                      </a:r>
                      <a:r>
                        <a:rPr lang="en-US" sz="2000" dirty="0">
                          <a:latin typeface="Times New Roman"/>
                          <a:cs typeface="Times New Roman"/>
                        </a:rPr>
                        <a:t>, Functional safety and AI systems</a:t>
                      </a:r>
                    </a:p>
                  </a:txBody>
                  <a:tcPr/>
                </a:tc>
                <a:extLst>
                  <a:ext uri="{0D108BD9-81ED-4DB2-BD59-A6C34878D82A}">
                    <a16:rowId xmlns:a16="http://schemas.microsoft.com/office/drawing/2014/main" val="2466366606"/>
                  </a:ext>
                </a:extLst>
              </a:tr>
              <a:tr h="485516">
                <a:tc>
                  <a:txBody>
                    <a:bodyPr/>
                    <a:lstStyle/>
                    <a:p>
                      <a:r>
                        <a:rPr lang="en-US" sz="2000" dirty="0">
                          <a:latin typeface="Times New Roman"/>
                          <a:cs typeface="Times New Roman"/>
                        </a:rPr>
                        <a:t>JWG 5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a:cs typeface="Times New Roman"/>
                          <a:hlinkClick r:id="rId6"/>
                        </a:rPr>
                        <a:t>TC 37 </a:t>
                      </a:r>
                      <a:r>
                        <a:rPr lang="en-US" sz="2000" dirty="0">
                          <a:latin typeface="Times New Roman"/>
                          <a:cs typeface="Times New Roman"/>
                        </a:rPr>
                        <a:t>WG, Natural language processing</a:t>
                      </a:r>
                    </a:p>
                  </a:txBody>
                  <a:tcPr/>
                </a:tc>
                <a:extLst>
                  <a:ext uri="{0D108BD9-81ED-4DB2-BD59-A6C34878D82A}">
                    <a16:rowId xmlns:a16="http://schemas.microsoft.com/office/drawing/2014/main" val="3572997476"/>
                  </a:ext>
                </a:extLst>
              </a:tr>
              <a:tr h="485516">
                <a:tc>
                  <a:txBody>
                    <a:bodyPr/>
                    <a:lstStyle/>
                    <a:p>
                      <a:r>
                        <a:rPr lang="en-US" sz="2000" dirty="0">
                          <a:latin typeface="Times New Roman"/>
                          <a:cs typeface="Times New Roman"/>
                        </a:rPr>
                        <a:t>JWG 6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a:cs typeface="Times New Roman"/>
                          <a:hlinkClick r:id="rId7"/>
                        </a:rPr>
                        <a:t>CASCO</a:t>
                      </a:r>
                      <a:r>
                        <a:rPr lang="en-US" sz="2000" dirty="0">
                          <a:latin typeface="Times New Roman"/>
                          <a:cs typeface="Times New Roman"/>
                        </a:rPr>
                        <a:t> ,Conformity assessment schemes for AI systems</a:t>
                      </a:r>
                    </a:p>
                  </a:txBody>
                  <a:tcPr/>
                </a:tc>
                <a:extLst>
                  <a:ext uri="{0D108BD9-81ED-4DB2-BD59-A6C34878D82A}">
                    <a16:rowId xmlns:a16="http://schemas.microsoft.com/office/drawing/2014/main" val="1236179360"/>
                  </a:ext>
                </a:extLst>
              </a:tr>
              <a:tr h="485516">
                <a:tc>
                  <a:txBody>
                    <a:bodyPr/>
                    <a:lstStyle/>
                    <a:p>
                      <a:r>
                        <a:rPr lang="en-US" sz="2000" dirty="0">
                          <a:latin typeface="Times New Roman"/>
                          <a:cs typeface="Times New Roman"/>
                        </a:rPr>
                        <a:t>JWG 7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a:cs typeface="Times New Roman"/>
                          <a:hlinkClick r:id="rId8"/>
                        </a:rPr>
                        <a:t>TC 68</a:t>
                      </a:r>
                      <a:r>
                        <a:rPr lang="en-US" sz="2000" dirty="0">
                          <a:latin typeface="Times New Roman"/>
                          <a:cs typeface="Times New Roman"/>
                        </a:rPr>
                        <a:t>, Artificial intelligence</a:t>
                      </a:r>
                    </a:p>
                  </a:txBody>
                  <a:tcPr/>
                </a:tc>
                <a:extLst>
                  <a:ext uri="{0D108BD9-81ED-4DB2-BD59-A6C34878D82A}">
                    <a16:rowId xmlns:a16="http://schemas.microsoft.com/office/drawing/2014/main" val="1356505941"/>
                  </a:ext>
                </a:extLst>
              </a:tr>
              <a:tr h="656746">
                <a:tc>
                  <a:txBody>
                    <a:bodyPr/>
                    <a:lstStyle/>
                    <a:p>
                      <a:r>
                        <a:rPr lang="en-US" sz="2000" dirty="0">
                          <a:latin typeface="Times New Roman"/>
                          <a:cs typeface="Times New Roman"/>
                        </a:rPr>
                        <a:t>AHG 4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a:cs typeface="Times New Roman"/>
                        </a:rPr>
                        <a:t>Liaison with </a:t>
                      </a:r>
                      <a:r>
                        <a:rPr lang="en-US" sz="2000" dirty="0">
                          <a:latin typeface="Times New Roman"/>
                          <a:cs typeface="Times New Roman"/>
                          <a:hlinkClick r:id="rId9"/>
                        </a:rPr>
                        <a:t>SC27</a:t>
                      </a:r>
                      <a:r>
                        <a:rPr lang="en-US" sz="2000" dirty="0">
                          <a:latin typeface="Times New Roman"/>
                          <a:cs typeface="Times New Roman"/>
                        </a:rPr>
                        <a:t> (Information security, cybersecurity and privacy protection)</a:t>
                      </a:r>
                    </a:p>
                  </a:txBody>
                  <a:tcPr/>
                </a:tc>
                <a:extLst>
                  <a:ext uri="{0D108BD9-81ED-4DB2-BD59-A6C34878D82A}">
                    <a16:rowId xmlns:a16="http://schemas.microsoft.com/office/drawing/2014/main" val="3472487519"/>
                  </a:ext>
                </a:extLst>
              </a:tr>
              <a:tr h="485516">
                <a:tc>
                  <a:txBody>
                    <a:bodyPr/>
                    <a:lstStyle/>
                    <a:p>
                      <a:r>
                        <a:rPr lang="en-US" sz="2000" dirty="0">
                          <a:latin typeface="Times New Roman"/>
                          <a:cs typeface="Times New Roman"/>
                        </a:rPr>
                        <a:t>AHG8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a:cs typeface="Times New Roman"/>
                        </a:rPr>
                        <a:t>Best practices for new proposals</a:t>
                      </a:r>
                    </a:p>
                  </a:txBody>
                  <a:tcPr/>
                </a:tc>
                <a:extLst>
                  <a:ext uri="{0D108BD9-81ED-4DB2-BD59-A6C34878D82A}">
                    <a16:rowId xmlns:a16="http://schemas.microsoft.com/office/drawing/2014/main" val="1925559476"/>
                  </a:ext>
                </a:extLst>
              </a:tr>
              <a:tr h="485516">
                <a:tc>
                  <a:txBody>
                    <a:bodyPr/>
                    <a:lstStyle/>
                    <a:p>
                      <a:r>
                        <a:rPr lang="en-US" sz="2000" dirty="0">
                          <a:latin typeface="Times New Roman"/>
                          <a:cs typeface="Times New Roman"/>
                        </a:rPr>
                        <a:t>JAG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a:cs typeface="Times New Roman"/>
                        </a:rPr>
                        <a:t> </a:t>
                      </a:r>
                      <a:r>
                        <a:rPr lang="en-US" sz="2000" dirty="0">
                          <a:latin typeface="Times New Roman"/>
                          <a:cs typeface="Times New Roman"/>
                          <a:hlinkClick r:id="rId10"/>
                        </a:rPr>
                        <a:t>SC39</a:t>
                      </a:r>
                      <a:r>
                        <a:rPr lang="en-US" sz="2000" dirty="0">
                          <a:latin typeface="Times New Roman"/>
                          <a:cs typeface="Times New Roman"/>
                        </a:rPr>
                        <a:t> (Sustainability, IT and data centers), AI and Sustainability </a:t>
                      </a:r>
                    </a:p>
                  </a:txBody>
                  <a:tcPr/>
                </a:tc>
                <a:extLst>
                  <a:ext uri="{0D108BD9-81ED-4DB2-BD59-A6C34878D82A}">
                    <a16:rowId xmlns:a16="http://schemas.microsoft.com/office/drawing/2014/main" val="2335516967"/>
                  </a:ext>
                </a:extLst>
              </a:tr>
            </a:tbl>
          </a:graphicData>
        </a:graphic>
      </p:graphicFrame>
    </p:spTree>
    <p:extLst>
      <p:ext uri="{BB962C8B-B14F-4D97-AF65-F5344CB8AC3E}">
        <p14:creationId xmlns:p14="http://schemas.microsoft.com/office/powerpoint/2010/main" val="3007524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874FA-8D2B-1916-CF75-DAFE5FB34A95}"/>
              </a:ext>
            </a:extLst>
          </p:cNvPr>
          <p:cNvSpPr>
            <a:spLocks noGrp="1"/>
          </p:cNvSpPr>
          <p:nvPr>
            <p:ph type="title"/>
          </p:nvPr>
        </p:nvSpPr>
        <p:spPr/>
        <p:txBody>
          <a:bodyPr/>
          <a:lstStyle/>
          <a:p>
            <a:r>
              <a:rPr lang="en-US" dirty="0">
                <a:latin typeface="Times New Roman"/>
                <a:cs typeface="Times New Roman"/>
              </a:rPr>
              <a:t>Published </a:t>
            </a:r>
            <a:r>
              <a:rPr lang="en-US">
                <a:latin typeface="Times New Roman"/>
                <a:cs typeface="Times New Roman"/>
              </a:rPr>
              <a:t>Documents: Where</a:t>
            </a:r>
            <a:r>
              <a:rPr lang="en-US" dirty="0">
                <a:latin typeface="Times New Roman"/>
                <a:cs typeface="Times New Roman"/>
              </a:rPr>
              <a:t> to Begin</a:t>
            </a:r>
          </a:p>
        </p:txBody>
      </p:sp>
      <p:graphicFrame>
        <p:nvGraphicFramePr>
          <p:cNvPr id="4" name="Content Placeholder 3">
            <a:extLst>
              <a:ext uri="{FF2B5EF4-FFF2-40B4-BE49-F238E27FC236}">
                <a16:creationId xmlns:a16="http://schemas.microsoft.com/office/drawing/2014/main" id="{9009E6EA-539D-58E6-D00E-1B16ABFD3FE8}"/>
              </a:ext>
            </a:extLst>
          </p:cNvPr>
          <p:cNvGraphicFramePr>
            <a:graphicFrameLocks noGrp="1"/>
          </p:cNvGraphicFramePr>
          <p:nvPr>
            <p:ph idx="1"/>
            <p:extLst>
              <p:ext uri="{D42A27DB-BD31-4B8C-83A1-F6EECF244321}">
                <p14:modId xmlns:p14="http://schemas.microsoft.com/office/powerpoint/2010/main" val="3518628115"/>
              </p:ext>
            </p:extLst>
          </p:nvPr>
        </p:nvGraphicFramePr>
        <p:xfrm>
          <a:off x="852577" y="1696229"/>
          <a:ext cx="10515599" cy="4572000"/>
        </p:xfrm>
        <a:graphic>
          <a:graphicData uri="http://schemas.openxmlformats.org/drawingml/2006/table">
            <a:tbl>
              <a:tblPr firstRow="1" bandRow="1">
                <a:tableStyleId>{5C22544A-7EE6-4342-B048-85BDC9FD1C3A}</a:tableStyleId>
              </a:tblPr>
              <a:tblGrid>
                <a:gridCol w="3270249">
                  <a:extLst>
                    <a:ext uri="{9D8B030D-6E8A-4147-A177-3AD203B41FA5}">
                      <a16:colId xmlns:a16="http://schemas.microsoft.com/office/drawing/2014/main" val="4250233304"/>
                    </a:ext>
                  </a:extLst>
                </a:gridCol>
                <a:gridCol w="7245350">
                  <a:extLst>
                    <a:ext uri="{9D8B030D-6E8A-4147-A177-3AD203B41FA5}">
                      <a16:colId xmlns:a16="http://schemas.microsoft.com/office/drawing/2014/main" val="3978028916"/>
                    </a:ext>
                  </a:extLst>
                </a:gridCol>
              </a:tblGrid>
              <a:tr h="370839">
                <a:tc>
                  <a:txBody>
                    <a:bodyPr/>
                    <a:lstStyle/>
                    <a:p>
                      <a:r>
                        <a:rPr lang="en-US" sz="2400" dirty="0">
                          <a:latin typeface="Times New Roman"/>
                          <a:cs typeface="Times New Roman"/>
                        </a:rPr>
                        <a:t>Document Number</a:t>
                      </a:r>
                    </a:p>
                  </a:txBody>
                  <a:tcPr/>
                </a:tc>
                <a:tc>
                  <a:txBody>
                    <a:bodyPr/>
                    <a:lstStyle/>
                    <a:p>
                      <a:r>
                        <a:rPr lang="en-US" sz="2400" dirty="0">
                          <a:latin typeface="Times New Roman"/>
                          <a:cs typeface="Times New Roman"/>
                        </a:rPr>
                        <a:t>Document Name</a:t>
                      </a:r>
                    </a:p>
                  </a:txBody>
                  <a:tcPr/>
                </a:tc>
                <a:extLst>
                  <a:ext uri="{0D108BD9-81ED-4DB2-BD59-A6C34878D82A}">
                    <a16:rowId xmlns:a16="http://schemas.microsoft.com/office/drawing/2014/main" val="376545866"/>
                  </a:ext>
                </a:extLst>
              </a:tr>
              <a:tr h="370840">
                <a:tc>
                  <a:txBody>
                    <a:bodyPr/>
                    <a:lstStyle/>
                    <a:p>
                      <a:pPr lvl="0">
                        <a:buNone/>
                      </a:pPr>
                      <a:r>
                        <a:rPr lang="en-US" sz="2400" dirty="0">
                          <a:latin typeface="Times New Roman"/>
                          <a:cs typeface="Times New Roman"/>
                          <a:hlinkClick r:id="rId2"/>
                        </a:rPr>
                        <a:t>ISO/ IEC 5339:2024</a:t>
                      </a:r>
                      <a:endParaRPr lang="en-US">
                        <a:latin typeface="Times New Roman"/>
                        <a:cs typeface="Times New Roman"/>
                      </a:endParaRPr>
                    </a:p>
                  </a:txBody>
                  <a:tcPr/>
                </a:tc>
                <a:tc>
                  <a:txBody>
                    <a:bodyPr/>
                    <a:lstStyle/>
                    <a:p>
                      <a:r>
                        <a:rPr lang="en-US" sz="2400" dirty="0">
                          <a:latin typeface="Times New Roman"/>
                          <a:cs typeface="Times New Roman"/>
                        </a:rPr>
                        <a:t>Information technology – Artificial </a:t>
                      </a:r>
                      <a:r>
                        <a:rPr lang="en-US" sz="2400">
                          <a:latin typeface="Times New Roman"/>
                          <a:cs typeface="Times New Roman"/>
                        </a:rPr>
                        <a:t>Intelligence –Guidance for AI applications</a:t>
                      </a:r>
                    </a:p>
                  </a:txBody>
                  <a:tcPr/>
                </a:tc>
                <a:extLst>
                  <a:ext uri="{0D108BD9-81ED-4DB2-BD59-A6C34878D82A}">
                    <a16:rowId xmlns:a16="http://schemas.microsoft.com/office/drawing/2014/main" val="4010659400"/>
                  </a:ext>
                </a:extLst>
              </a:tr>
              <a:tr h="370840">
                <a:tc>
                  <a:txBody>
                    <a:bodyPr/>
                    <a:lstStyle/>
                    <a:p>
                      <a:r>
                        <a:rPr lang="en-US" sz="2400" dirty="0">
                          <a:latin typeface="Times New Roman"/>
                          <a:cs typeface="Times New Roman"/>
                          <a:hlinkClick r:id="rId3"/>
                        </a:rPr>
                        <a:t>ISO/ IEC 5392:2024</a:t>
                      </a:r>
                      <a:endParaRPr lang="en-US" sz="2400">
                        <a:latin typeface="Times New Roman"/>
                        <a:cs typeface="Times New Roman"/>
                      </a:endParaRPr>
                    </a:p>
                  </a:txBody>
                  <a:tcPr/>
                </a:tc>
                <a:tc>
                  <a:txBody>
                    <a:bodyPr/>
                    <a:lstStyle/>
                    <a:p>
                      <a:r>
                        <a:rPr lang="en-US" sz="2400" dirty="0">
                          <a:latin typeface="Times New Roman"/>
                          <a:cs typeface="Times New Roman"/>
                        </a:rPr>
                        <a:t>Information technology – Reference </a:t>
                      </a:r>
                      <a:r>
                        <a:rPr lang="en-US" sz="2400">
                          <a:latin typeface="Times New Roman"/>
                          <a:cs typeface="Times New Roman"/>
                        </a:rPr>
                        <a:t>architecture of </a:t>
                      </a:r>
                      <a:r>
                        <a:rPr lang="en-US" sz="2400" dirty="0">
                          <a:latin typeface="Times New Roman"/>
                          <a:cs typeface="Times New Roman"/>
                        </a:rPr>
                        <a:t>knowledge engineering</a:t>
                      </a:r>
                    </a:p>
                  </a:txBody>
                  <a:tcPr/>
                </a:tc>
                <a:extLst>
                  <a:ext uri="{0D108BD9-81ED-4DB2-BD59-A6C34878D82A}">
                    <a16:rowId xmlns:a16="http://schemas.microsoft.com/office/drawing/2014/main" val="174894228"/>
                  </a:ext>
                </a:extLst>
              </a:tr>
              <a:tr h="370840">
                <a:tc>
                  <a:txBody>
                    <a:bodyPr/>
                    <a:lstStyle/>
                    <a:p>
                      <a:r>
                        <a:rPr lang="en-US" sz="2400" dirty="0">
                          <a:latin typeface="Times New Roman"/>
                          <a:cs typeface="Times New Roman"/>
                          <a:hlinkClick r:id="rId4"/>
                        </a:rPr>
                        <a:t>ISO/ IEC 20546: 2019</a:t>
                      </a:r>
                      <a:endParaRPr lang="en-US" sz="2400">
                        <a:latin typeface="Times New Roman"/>
                        <a:cs typeface="Times New Roman"/>
                      </a:endParaRPr>
                    </a:p>
                  </a:txBody>
                  <a:tcPr/>
                </a:tc>
                <a:tc>
                  <a:txBody>
                    <a:bodyPr/>
                    <a:lstStyle/>
                    <a:p>
                      <a:r>
                        <a:rPr lang="en-US" sz="2400">
                          <a:latin typeface="Times New Roman"/>
                          <a:cs typeface="Times New Roman"/>
                        </a:rPr>
                        <a:t>Information technology – Big data – Overview and vocabulary</a:t>
                      </a:r>
                    </a:p>
                  </a:txBody>
                  <a:tcPr/>
                </a:tc>
                <a:extLst>
                  <a:ext uri="{0D108BD9-81ED-4DB2-BD59-A6C34878D82A}">
                    <a16:rowId xmlns:a16="http://schemas.microsoft.com/office/drawing/2014/main" val="2698253576"/>
                  </a:ext>
                </a:extLst>
              </a:tr>
              <a:tr h="370840">
                <a:tc>
                  <a:txBody>
                    <a:bodyPr/>
                    <a:lstStyle/>
                    <a:p>
                      <a:r>
                        <a:rPr lang="en-US" sz="2400" dirty="0">
                          <a:latin typeface="Times New Roman"/>
                          <a:cs typeface="Times New Roman"/>
                          <a:hlinkClick r:id="rId5"/>
                        </a:rPr>
                        <a:t>ISO/IEC TR 20547-5: 2018</a:t>
                      </a:r>
                      <a:endParaRPr lang="en-US" sz="2400">
                        <a:latin typeface="Times New Roman"/>
                        <a:cs typeface="Times New Roman"/>
                      </a:endParaRPr>
                    </a:p>
                  </a:txBody>
                  <a:tcPr/>
                </a:tc>
                <a:tc>
                  <a:txBody>
                    <a:bodyPr/>
                    <a:lstStyle/>
                    <a:p>
                      <a:r>
                        <a:rPr lang="en-US" sz="2400" dirty="0">
                          <a:latin typeface="Times New Roman"/>
                          <a:cs typeface="Times New Roman"/>
                        </a:rPr>
                        <a:t>Information technology – Big data reference architecture – Part 5: </a:t>
                      </a:r>
                      <a:r>
                        <a:rPr lang="en-US" sz="2400">
                          <a:latin typeface="Times New Roman"/>
                          <a:cs typeface="Times New Roman"/>
                        </a:rPr>
                        <a:t>Standards roadmap</a:t>
                      </a:r>
                    </a:p>
                  </a:txBody>
                  <a:tcPr/>
                </a:tc>
                <a:extLst>
                  <a:ext uri="{0D108BD9-81ED-4DB2-BD59-A6C34878D82A}">
                    <a16:rowId xmlns:a16="http://schemas.microsoft.com/office/drawing/2014/main" val="1414207829"/>
                  </a:ext>
                </a:extLst>
              </a:tr>
              <a:tr h="370840">
                <a:tc>
                  <a:txBody>
                    <a:bodyPr/>
                    <a:lstStyle/>
                    <a:p>
                      <a:r>
                        <a:rPr lang="en-US" sz="2400" dirty="0">
                          <a:latin typeface="Times New Roman"/>
                          <a:cs typeface="Times New Roman"/>
                          <a:hlinkClick r:id="rId6"/>
                        </a:rPr>
                        <a:t>ISO/ IEC TR 24368: 2022</a:t>
                      </a:r>
                      <a:endParaRPr lang="en-US" sz="2400">
                        <a:latin typeface="Times New Roman"/>
                        <a:cs typeface="Times New Roman"/>
                      </a:endParaRPr>
                    </a:p>
                  </a:txBody>
                  <a:tcPr/>
                </a:tc>
                <a:tc>
                  <a:txBody>
                    <a:bodyPr/>
                    <a:lstStyle/>
                    <a:p>
                      <a:r>
                        <a:rPr lang="en-US" sz="2400" dirty="0">
                          <a:latin typeface="Times New Roman"/>
                          <a:cs typeface="Times New Roman"/>
                        </a:rPr>
                        <a:t>Information technology – Artificial Intelligence – Overview of </a:t>
                      </a:r>
                      <a:r>
                        <a:rPr lang="en-US" sz="2400">
                          <a:latin typeface="Times New Roman"/>
                          <a:cs typeface="Times New Roman"/>
                        </a:rPr>
                        <a:t>ethical</a:t>
                      </a:r>
                      <a:r>
                        <a:rPr lang="en-US" sz="2400" dirty="0">
                          <a:latin typeface="Times New Roman"/>
                          <a:cs typeface="Times New Roman"/>
                        </a:rPr>
                        <a:t> and societal concerns</a:t>
                      </a:r>
                    </a:p>
                  </a:txBody>
                  <a:tcPr/>
                </a:tc>
                <a:extLst>
                  <a:ext uri="{0D108BD9-81ED-4DB2-BD59-A6C34878D82A}">
                    <a16:rowId xmlns:a16="http://schemas.microsoft.com/office/drawing/2014/main" val="2017108242"/>
                  </a:ext>
                </a:extLst>
              </a:tr>
            </a:tbl>
          </a:graphicData>
        </a:graphic>
      </p:graphicFrame>
    </p:spTree>
    <p:extLst>
      <p:ext uri="{BB962C8B-B14F-4D97-AF65-F5344CB8AC3E}">
        <p14:creationId xmlns:p14="http://schemas.microsoft.com/office/powerpoint/2010/main" val="2424588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65C2A-5679-EA4D-E1D6-4B94A2C7AB33}"/>
              </a:ext>
            </a:extLst>
          </p:cNvPr>
          <p:cNvSpPr>
            <a:spLocks noGrp="1"/>
          </p:cNvSpPr>
          <p:nvPr>
            <p:ph type="title"/>
          </p:nvPr>
        </p:nvSpPr>
        <p:spPr/>
        <p:txBody>
          <a:bodyPr/>
          <a:lstStyle/>
          <a:p>
            <a:r>
              <a:rPr lang="en-US">
                <a:latin typeface="Times New Roman"/>
                <a:cs typeface="Times New Roman"/>
              </a:rPr>
              <a:t>Recommended Next Steps:</a:t>
            </a:r>
          </a:p>
        </p:txBody>
      </p:sp>
      <p:sp>
        <p:nvSpPr>
          <p:cNvPr id="3" name="Content Placeholder 2">
            <a:extLst>
              <a:ext uri="{FF2B5EF4-FFF2-40B4-BE49-F238E27FC236}">
                <a16:creationId xmlns:a16="http://schemas.microsoft.com/office/drawing/2014/main" id="{033EBB83-FAA0-B84C-9A0D-7E9CE74C1EE0}"/>
              </a:ext>
            </a:extLst>
          </p:cNvPr>
          <p:cNvSpPr>
            <a:spLocks noGrp="1"/>
          </p:cNvSpPr>
          <p:nvPr>
            <p:ph idx="1"/>
          </p:nvPr>
        </p:nvSpPr>
        <p:spPr/>
        <p:txBody>
          <a:bodyPr vert="horz" lIns="91440" tIns="45720" rIns="91440" bIns="45720" rtlCol="0" anchor="t">
            <a:normAutofit/>
          </a:bodyPr>
          <a:lstStyle/>
          <a:p>
            <a:r>
              <a:rPr lang="en-US" sz="3200">
                <a:latin typeface="Times New Roman"/>
                <a:cs typeface="Times New Roman"/>
              </a:rPr>
              <a:t>Understand base documents</a:t>
            </a:r>
          </a:p>
          <a:p>
            <a:r>
              <a:rPr lang="en-US" sz="3200">
                <a:latin typeface="Times New Roman"/>
                <a:cs typeface="Times New Roman"/>
              </a:rPr>
              <a:t>Identify where NIEM roadmap overlaps with AI roadmap</a:t>
            </a:r>
          </a:p>
          <a:p>
            <a:r>
              <a:rPr lang="en-US" sz="3200">
                <a:latin typeface="Times New Roman"/>
                <a:cs typeface="Times New Roman"/>
              </a:rPr>
              <a:t>Identify goals for awareness or participation</a:t>
            </a:r>
          </a:p>
          <a:p>
            <a:r>
              <a:rPr lang="en-US" sz="3200">
                <a:latin typeface="Times New Roman"/>
                <a:cs typeface="Times New Roman"/>
              </a:rPr>
              <a:t>Create short-term goals for awareness and participation </a:t>
            </a:r>
          </a:p>
        </p:txBody>
      </p:sp>
    </p:spTree>
    <p:extLst>
      <p:ext uri="{BB962C8B-B14F-4D97-AF65-F5344CB8AC3E}">
        <p14:creationId xmlns:p14="http://schemas.microsoft.com/office/powerpoint/2010/main" val="810582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E0220-3EAD-DF26-61AD-9F7A454D8D9F}"/>
              </a:ext>
            </a:extLst>
          </p:cNvPr>
          <p:cNvSpPr>
            <a:spLocks noGrp="1"/>
          </p:cNvSpPr>
          <p:nvPr>
            <p:ph type="title"/>
          </p:nvPr>
        </p:nvSpPr>
        <p:spPr/>
        <p:txBody>
          <a:bodyPr/>
          <a:lstStyle/>
          <a:p>
            <a:r>
              <a:rPr lang="en-US">
                <a:latin typeface="Times New Roman"/>
                <a:cs typeface="Times New Roman"/>
              </a:rPr>
              <a:t>Appendix A:</a:t>
            </a:r>
          </a:p>
        </p:txBody>
      </p:sp>
      <p:sp>
        <p:nvSpPr>
          <p:cNvPr id="3" name="Content Placeholder 2">
            <a:extLst>
              <a:ext uri="{FF2B5EF4-FFF2-40B4-BE49-F238E27FC236}">
                <a16:creationId xmlns:a16="http://schemas.microsoft.com/office/drawing/2014/main" id="{97ECFA2E-6571-5754-F976-80F34ACD6437}"/>
              </a:ext>
            </a:extLst>
          </p:cNvPr>
          <p:cNvSpPr>
            <a:spLocks noGrp="1"/>
          </p:cNvSpPr>
          <p:nvPr>
            <p:ph idx="1"/>
          </p:nvPr>
        </p:nvSpPr>
        <p:spPr/>
        <p:txBody>
          <a:bodyPr vert="horz" lIns="91440" tIns="45720" rIns="91440" bIns="45720" rtlCol="0" anchor="t">
            <a:normAutofit/>
          </a:bodyPr>
          <a:lstStyle/>
          <a:p>
            <a:pPr marL="0" indent="0">
              <a:buNone/>
            </a:pPr>
            <a:r>
              <a:rPr lang="en-US" sz="3200" b="1" dirty="0">
                <a:latin typeface="Times New Roman"/>
                <a:cs typeface="Times New Roman"/>
              </a:rPr>
              <a:t>ISO/IEC 5339:2024</a:t>
            </a:r>
            <a:r>
              <a:rPr lang="en-US" i="1" dirty="0">
                <a:latin typeface="Times New Roman"/>
                <a:cs typeface="Times New Roman"/>
              </a:rPr>
              <a:t> Information technology — Artificial intelligence — Guidance for AI applications</a:t>
            </a:r>
          </a:p>
          <a:p>
            <a:pPr marL="0" indent="0">
              <a:buNone/>
            </a:pPr>
            <a:r>
              <a:rPr lang="en-US" sz="3200" b="1" dirty="0">
                <a:latin typeface="Times New Roman"/>
                <a:cs typeface="Times New Roman"/>
              </a:rPr>
              <a:t>Abstract:</a:t>
            </a:r>
            <a:endParaRPr lang="en-US" sz="3200">
              <a:latin typeface="Times New Roman"/>
              <a:cs typeface="Times New Roman"/>
            </a:endParaRPr>
          </a:p>
          <a:p>
            <a:pPr marL="0" indent="0">
              <a:buNone/>
            </a:pPr>
            <a:r>
              <a:rPr lang="en-US" dirty="0">
                <a:latin typeface="Times New Roman"/>
                <a:cs typeface="Times New Roman"/>
              </a:rPr>
              <a:t>This document provides guidance for identifying the context, opportunities and process for identifying and applying AI applications. The guidance provides a macro-level view of AI applications  context, the stakeholders and their roles, relationship to the life cycle of the system, and common AI application characteristics and considerations.</a:t>
            </a:r>
          </a:p>
        </p:txBody>
      </p:sp>
    </p:spTree>
    <p:extLst>
      <p:ext uri="{BB962C8B-B14F-4D97-AF65-F5344CB8AC3E}">
        <p14:creationId xmlns:p14="http://schemas.microsoft.com/office/powerpoint/2010/main" val="346358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387A9-CC03-C86B-1770-8F48AE60FE37}"/>
              </a:ext>
            </a:extLst>
          </p:cNvPr>
          <p:cNvSpPr>
            <a:spLocks noGrp="1"/>
          </p:cNvSpPr>
          <p:nvPr>
            <p:ph type="title"/>
          </p:nvPr>
        </p:nvSpPr>
        <p:spPr/>
        <p:txBody>
          <a:bodyPr/>
          <a:lstStyle/>
          <a:p>
            <a:r>
              <a:rPr lang="en-US" dirty="0">
                <a:latin typeface="Times New Roman"/>
                <a:cs typeface="Times New Roman"/>
              </a:rPr>
              <a:t>Appendix</a:t>
            </a:r>
            <a:r>
              <a:rPr lang="en-US">
                <a:latin typeface="Times New Roman"/>
                <a:cs typeface="Times New Roman"/>
              </a:rPr>
              <a:t> B: </a:t>
            </a:r>
          </a:p>
        </p:txBody>
      </p:sp>
      <p:sp>
        <p:nvSpPr>
          <p:cNvPr id="3" name="Content Placeholder 2">
            <a:extLst>
              <a:ext uri="{FF2B5EF4-FFF2-40B4-BE49-F238E27FC236}">
                <a16:creationId xmlns:a16="http://schemas.microsoft.com/office/drawing/2014/main" id="{659B044C-3A13-6179-AE72-E6568F1173C5}"/>
              </a:ext>
            </a:extLst>
          </p:cNvPr>
          <p:cNvSpPr>
            <a:spLocks noGrp="1"/>
          </p:cNvSpPr>
          <p:nvPr>
            <p:ph idx="1"/>
          </p:nvPr>
        </p:nvSpPr>
        <p:spPr/>
        <p:txBody>
          <a:bodyPr vert="horz" lIns="91440" tIns="45720" rIns="91440" bIns="45720" rtlCol="0" anchor="t">
            <a:normAutofit/>
          </a:bodyPr>
          <a:lstStyle/>
          <a:p>
            <a:pPr marL="0" indent="0">
              <a:buNone/>
            </a:pPr>
            <a:r>
              <a:rPr lang="en-US" sz="3200" b="1">
                <a:latin typeface="Times New Roman"/>
                <a:ea typeface="+mn-lt"/>
                <a:cs typeface="Times New Roman"/>
              </a:rPr>
              <a:t>ISO/IEC 5392:2024</a:t>
            </a:r>
            <a:r>
              <a:rPr lang="en-US" dirty="0">
                <a:latin typeface="Times New Roman"/>
                <a:ea typeface="+mn-lt"/>
                <a:cs typeface="Times New Roman"/>
              </a:rPr>
              <a:t> </a:t>
            </a:r>
            <a:r>
              <a:rPr lang="en-US" i="1">
                <a:latin typeface="Times New Roman"/>
                <a:ea typeface="+mn-lt"/>
                <a:cs typeface="Times New Roman"/>
              </a:rPr>
              <a:t>Information technology — Artificial intelligence — Reference architecture of knowledge engineering</a:t>
            </a:r>
            <a:endParaRPr lang="en-US">
              <a:latin typeface="Times New Roman"/>
              <a:cs typeface="Times New Roman"/>
            </a:endParaRPr>
          </a:p>
          <a:p>
            <a:pPr marL="0" indent="0">
              <a:buNone/>
            </a:pPr>
            <a:r>
              <a:rPr lang="en-US" sz="3200" b="1">
                <a:latin typeface="Times New Roman"/>
                <a:cs typeface="Times New Roman"/>
              </a:rPr>
              <a:t>Abstract:</a:t>
            </a:r>
          </a:p>
          <a:p>
            <a:pPr marL="0" indent="0">
              <a:buNone/>
            </a:pPr>
            <a:r>
              <a:rPr lang="en-US">
                <a:latin typeface="Times New Roman"/>
                <a:ea typeface="+mn-lt"/>
                <a:cs typeface="Times New Roman"/>
              </a:rPr>
              <a:t>This document defines a reference architecture of knowledge engineering (KE) in artificial intelligence (AI). The reference architecture describes KE roles, activities, constructional layers, components and their relationships amongst themselves and other systems from systemic user and functional views. This document also provides a common KE vocabulary by defining KE terms.</a:t>
            </a:r>
          </a:p>
        </p:txBody>
      </p:sp>
    </p:spTree>
    <p:extLst>
      <p:ext uri="{BB962C8B-B14F-4D97-AF65-F5344CB8AC3E}">
        <p14:creationId xmlns:p14="http://schemas.microsoft.com/office/powerpoint/2010/main" val="2326056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4E71D-DC45-3D65-B98A-8127EEB798D0}"/>
              </a:ext>
            </a:extLst>
          </p:cNvPr>
          <p:cNvSpPr>
            <a:spLocks noGrp="1"/>
          </p:cNvSpPr>
          <p:nvPr>
            <p:ph type="title"/>
          </p:nvPr>
        </p:nvSpPr>
        <p:spPr/>
        <p:txBody>
          <a:bodyPr/>
          <a:lstStyle/>
          <a:p>
            <a:r>
              <a:rPr lang="en-US">
                <a:latin typeface="Times New Roman"/>
                <a:cs typeface="Times New Roman"/>
              </a:rPr>
              <a:t>Appendix C:</a:t>
            </a:r>
          </a:p>
        </p:txBody>
      </p:sp>
      <p:sp>
        <p:nvSpPr>
          <p:cNvPr id="3" name="Content Placeholder 2">
            <a:extLst>
              <a:ext uri="{FF2B5EF4-FFF2-40B4-BE49-F238E27FC236}">
                <a16:creationId xmlns:a16="http://schemas.microsoft.com/office/drawing/2014/main" id="{79D5E667-EBC4-3282-BF14-2D34ECADDCBD}"/>
              </a:ext>
            </a:extLst>
          </p:cNvPr>
          <p:cNvSpPr>
            <a:spLocks noGrp="1"/>
          </p:cNvSpPr>
          <p:nvPr>
            <p:ph idx="1"/>
          </p:nvPr>
        </p:nvSpPr>
        <p:spPr/>
        <p:txBody>
          <a:bodyPr vert="horz" lIns="91440" tIns="45720" rIns="91440" bIns="45720" rtlCol="0" anchor="t">
            <a:normAutofit/>
          </a:bodyPr>
          <a:lstStyle/>
          <a:p>
            <a:pPr marL="0" indent="0">
              <a:buNone/>
            </a:pPr>
            <a:r>
              <a:rPr lang="en-US" sz="3200" b="1">
                <a:latin typeface="Times New Roman"/>
                <a:ea typeface="+mn-lt"/>
                <a:cs typeface="Times New Roman"/>
              </a:rPr>
              <a:t>ISO/IEC 20546:2019 </a:t>
            </a:r>
            <a:r>
              <a:rPr lang="en-US" i="1">
                <a:latin typeface="Times New Roman"/>
                <a:ea typeface="+mn-lt"/>
                <a:cs typeface="Times New Roman"/>
              </a:rPr>
              <a:t>Information technology — Big data — Overview and vocabulary</a:t>
            </a:r>
          </a:p>
          <a:p>
            <a:pPr marL="0" indent="0">
              <a:buNone/>
            </a:pPr>
            <a:r>
              <a:rPr lang="en-US" sz="3200" b="1">
                <a:latin typeface="Times New Roman"/>
                <a:cs typeface="Times New Roman"/>
              </a:rPr>
              <a:t>Abstract:</a:t>
            </a:r>
            <a:endParaRPr lang="en-US" sz="3200">
              <a:latin typeface="Times New Roman"/>
              <a:cs typeface="Times New Roman"/>
            </a:endParaRPr>
          </a:p>
          <a:p>
            <a:pPr marL="0" indent="0">
              <a:buNone/>
            </a:pPr>
            <a:r>
              <a:rPr lang="en-US">
                <a:latin typeface="Times New Roman"/>
                <a:ea typeface="+mn-lt"/>
                <a:cs typeface="Times New Roman"/>
              </a:rPr>
              <a:t>This document provides a set of terms and definitions needed to promote improved communication and understanding of this area. It provides a terminological foundation for big data-related standards.</a:t>
            </a:r>
          </a:p>
          <a:p>
            <a:pPr marL="0" indent="0">
              <a:buNone/>
            </a:pPr>
            <a:r>
              <a:rPr lang="en-US">
                <a:latin typeface="Times New Roman"/>
                <a:ea typeface="+mn-lt"/>
                <a:cs typeface="Times New Roman"/>
              </a:rPr>
              <a:t>This document provides a conceptual overview of the field of big data, its relationship to other technical areas and standards efforts, and the concepts ascribed to big data that are not new to big data.</a:t>
            </a:r>
          </a:p>
          <a:p>
            <a:pPr marL="0" indent="0">
              <a:buNone/>
            </a:pPr>
            <a:endParaRPr lang="en-US" dirty="0">
              <a:latin typeface="Times New Roman"/>
              <a:cs typeface="Times New Roman"/>
            </a:endParaRPr>
          </a:p>
          <a:p>
            <a:pPr marL="0" indent="0">
              <a:buNone/>
            </a:pPr>
            <a:endParaRPr lang="en-US" b="1" i="1" dirty="0">
              <a:latin typeface="Times New Roman"/>
              <a:cs typeface="Times New Roman"/>
            </a:endParaRPr>
          </a:p>
          <a:p>
            <a:pPr marL="0" indent="0">
              <a:buNone/>
            </a:pPr>
            <a:endParaRPr lang="en-US" dirty="0"/>
          </a:p>
        </p:txBody>
      </p:sp>
    </p:spTree>
    <p:extLst>
      <p:ext uri="{BB962C8B-B14F-4D97-AF65-F5344CB8AC3E}">
        <p14:creationId xmlns:p14="http://schemas.microsoft.com/office/powerpoint/2010/main" val="250141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3D7AB-D1F8-C632-2095-3CBA86529BFA}"/>
              </a:ext>
            </a:extLst>
          </p:cNvPr>
          <p:cNvSpPr>
            <a:spLocks noGrp="1"/>
          </p:cNvSpPr>
          <p:nvPr>
            <p:ph type="title"/>
          </p:nvPr>
        </p:nvSpPr>
        <p:spPr/>
        <p:txBody>
          <a:bodyPr/>
          <a:lstStyle/>
          <a:p>
            <a:r>
              <a:rPr lang="en-US">
                <a:latin typeface="Times New Roman"/>
                <a:cs typeface="Times New Roman"/>
              </a:rPr>
              <a:t>Appendix D:</a:t>
            </a:r>
          </a:p>
        </p:txBody>
      </p:sp>
      <p:sp>
        <p:nvSpPr>
          <p:cNvPr id="3" name="Content Placeholder 2">
            <a:extLst>
              <a:ext uri="{FF2B5EF4-FFF2-40B4-BE49-F238E27FC236}">
                <a16:creationId xmlns:a16="http://schemas.microsoft.com/office/drawing/2014/main" id="{770AEB74-E520-185C-AA13-1B5BC6343DC2}"/>
              </a:ext>
            </a:extLst>
          </p:cNvPr>
          <p:cNvSpPr>
            <a:spLocks noGrp="1"/>
          </p:cNvSpPr>
          <p:nvPr>
            <p:ph idx="1"/>
          </p:nvPr>
        </p:nvSpPr>
        <p:spPr/>
        <p:txBody>
          <a:bodyPr vert="horz" lIns="91440" tIns="45720" rIns="91440" bIns="45720" rtlCol="0" anchor="t">
            <a:normAutofit/>
          </a:bodyPr>
          <a:lstStyle/>
          <a:p>
            <a:pPr marL="0" indent="0">
              <a:buNone/>
            </a:pPr>
            <a:r>
              <a:rPr lang="en-US" sz="3200" b="1">
                <a:latin typeface="Times New Roman"/>
                <a:ea typeface="+mn-lt"/>
                <a:cs typeface="Times New Roman"/>
              </a:rPr>
              <a:t>ISO/IEC TR 20547-5:2018 </a:t>
            </a:r>
            <a:r>
              <a:rPr lang="en-US" i="1">
                <a:latin typeface="Times New Roman"/>
                <a:ea typeface="+mn-lt"/>
                <a:cs typeface="Times New Roman"/>
              </a:rPr>
              <a:t>Information technology — Big data reference architecture Part 5: Standards roadmap</a:t>
            </a:r>
          </a:p>
          <a:p>
            <a:pPr marL="0" indent="0">
              <a:buNone/>
            </a:pPr>
            <a:r>
              <a:rPr lang="en-US" sz="3200" b="1">
                <a:latin typeface="Times New Roman"/>
                <a:cs typeface="Times New Roman"/>
              </a:rPr>
              <a:t>Abstract:</a:t>
            </a:r>
            <a:endParaRPr lang="en-US" sz="3200">
              <a:latin typeface="Times New Roman"/>
              <a:cs typeface="Times New Roman"/>
            </a:endParaRPr>
          </a:p>
          <a:p>
            <a:pPr marL="0" indent="0">
              <a:buNone/>
            </a:pPr>
            <a:r>
              <a:rPr lang="en-US" dirty="0">
                <a:latin typeface="Times New Roman"/>
                <a:cs typeface="Times New Roman"/>
              </a:rPr>
              <a:t>This document </a:t>
            </a:r>
            <a:r>
              <a:rPr lang="en-US">
                <a:latin typeface="Times New Roman"/>
                <a:cs typeface="Times New Roman"/>
              </a:rPr>
              <a:t> describes big data relevant standards, both in existence and under </a:t>
            </a:r>
            <a:r>
              <a:rPr lang="en-US" dirty="0">
                <a:latin typeface="Times New Roman"/>
                <a:cs typeface="Times New Roman"/>
              </a:rPr>
              <a:t>development, along with priorities for future big data standards development based on gap analysis.</a:t>
            </a:r>
          </a:p>
        </p:txBody>
      </p:sp>
    </p:spTree>
    <p:extLst>
      <p:ext uri="{BB962C8B-B14F-4D97-AF65-F5344CB8AC3E}">
        <p14:creationId xmlns:p14="http://schemas.microsoft.com/office/powerpoint/2010/main" val="3501933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393C9-6599-68F8-E3DB-2DF05D2CBAEB}"/>
              </a:ext>
            </a:extLst>
          </p:cNvPr>
          <p:cNvSpPr>
            <a:spLocks noGrp="1"/>
          </p:cNvSpPr>
          <p:nvPr>
            <p:ph type="title"/>
          </p:nvPr>
        </p:nvSpPr>
        <p:spPr/>
        <p:txBody>
          <a:bodyPr/>
          <a:lstStyle/>
          <a:p>
            <a:r>
              <a:rPr lang="en-US">
                <a:latin typeface="Times New Roman"/>
                <a:cs typeface="Times New Roman"/>
              </a:rPr>
              <a:t>Appendix E:</a:t>
            </a:r>
          </a:p>
        </p:txBody>
      </p:sp>
      <p:sp>
        <p:nvSpPr>
          <p:cNvPr id="3" name="Content Placeholder 2">
            <a:extLst>
              <a:ext uri="{FF2B5EF4-FFF2-40B4-BE49-F238E27FC236}">
                <a16:creationId xmlns:a16="http://schemas.microsoft.com/office/drawing/2014/main" id="{360942D6-B4B4-F0FF-4785-AAD8456DBDDC}"/>
              </a:ext>
            </a:extLst>
          </p:cNvPr>
          <p:cNvSpPr>
            <a:spLocks noGrp="1"/>
          </p:cNvSpPr>
          <p:nvPr>
            <p:ph idx="1"/>
          </p:nvPr>
        </p:nvSpPr>
        <p:spPr/>
        <p:txBody>
          <a:bodyPr vert="horz" lIns="91440" tIns="45720" rIns="91440" bIns="45720" rtlCol="0" anchor="t">
            <a:normAutofit/>
          </a:bodyPr>
          <a:lstStyle/>
          <a:p>
            <a:pPr marL="0" indent="0">
              <a:buNone/>
            </a:pPr>
            <a:r>
              <a:rPr lang="en-US" sz="3200" b="1">
                <a:latin typeface="Times New Roman"/>
                <a:cs typeface="Times New Roman"/>
              </a:rPr>
              <a:t>ISO/IEC TR 24368:2022</a:t>
            </a:r>
            <a:r>
              <a:rPr lang="en-US" dirty="0">
                <a:latin typeface="Times New Roman"/>
                <a:cs typeface="Times New Roman"/>
              </a:rPr>
              <a:t> </a:t>
            </a:r>
            <a:r>
              <a:rPr lang="en-US" i="1">
                <a:latin typeface="Times New Roman"/>
                <a:cs typeface="Times New Roman"/>
              </a:rPr>
              <a:t>Information technology — Artificial intelligence — Overview of ethical and societal concerns</a:t>
            </a:r>
          </a:p>
          <a:p>
            <a:pPr marL="0" indent="0">
              <a:buNone/>
            </a:pPr>
            <a:r>
              <a:rPr lang="en-US" sz="3200" b="1">
                <a:latin typeface="Times New Roman"/>
                <a:cs typeface="Times New Roman"/>
              </a:rPr>
              <a:t>Abstract:</a:t>
            </a:r>
          </a:p>
          <a:p>
            <a:pPr marL="0" indent="0">
              <a:buNone/>
            </a:pPr>
            <a:r>
              <a:rPr lang="en-US">
                <a:latin typeface="Times New Roman"/>
                <a:cs typeface="Times New Roman"/>
              </a:rPr>
              <a:t>ISO/IEC TR 24368 is a technical report that provides a </a:t>
            </a:r>
            <a:r>
              <a:rPr lang="en-US" b="1">
                <a:latin typeface="Times New Roman"/>
                <a:cs typeface="Times New Roman"/>
              </a:rPr>
              <a:t>high-level overview of the ethical and societal concerns surrounding artificial intelligence</a:t>
            </a:r>
            <a:r>
              <a:rPr lang="en-US">
                <a:latin typeface="Times New Roman"/>
                <a:cs typeface="Times New Roman"/>
              </a:rPr>
              <a:t> (AI). It outlines common sources of these concerns, highlights key principles and processes, and maps relevant international standards that support responsible AI development and use. The report is meant for technologists, regulators, interest groups, and society at large — without promoting any specific value system.</a:t>
            </a:r>
          </a:p>
          <a:p>
            <a:pPr marL="0" indent="0">
              <a:buNone/>
            </a:pPr>
            <a:endParaRPr lang="en-US" i="1" dirty="0">
              <a:latin typeface="Times New Roman"/>
              <a:cs typeface="Times New Roman"/>
            </a:endParaRPr>
          </a:p>
          <a:p>
            <a:pPr marL="0" indent="0">
              <a:buNone/>
            </a:pPr>
            <a:endParaRPr lang="en-US" dirty="0"/>
          </a:p>
        </p:txBody>
      </p:sp>
    </p:spTree>
    <p:extLst>
      <p:ext uri="{BB962C8B-B14F-4D97-AF65-F5344CB8AC3E}">
        <p14:creationId xmlns:p14="http://schemas.microsoft.com/office/powerpoint/2010/main" val="14515141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e74adb4-1b42-4131-a122-0f36ece25e86">
      <Terms xmlns="http://schemas.microsoft.com/office/infopath/2007/PartnerControls"/>
    </lcf76f155ced4ddcb4097134ff3c332f>
    <TaxCatchAll xmlns="ff0391fe-4bfa-427b-9637-a386706c450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A6BA5E26CD5FF418F235D5FFC3EA0F9" ma:contentTypeVersion="9" ma:contentTypeDescription="Create a new document." ma:contentTypeScope="" ma:versionID="c3bcd593298befa23f92591bb98c35ce">
  <xsd:schema xmlns:xsd="http://www.w3.org/2001/XMLSchema" xmlns:xs="http://www.w3.org/2001/XMLSchema" xmlns:p="http://schemas.microsoft.com/office/2006/metadata/properties" xmlns:ns2="ce74adb4-1b42-4131-a122-0f36ece25e86" xmlns:ns3="ff0391fe-4bfa-427b-9637-a386706c4506" targetNamespace="http://schemas.microsoft.com/office/2006/metadata/properties" ma:root="true" ma:fieldsID="2caf20bd0ed5397e1ed1dda210402ea4" ns2:_="" ns3:_="">
    <xsd:import namespace="ce74adb4-1b42-4131-a122-0f36ece25e86"/>
    <xsd:import namespace="ff0391fe-4bfa-427b-9637-a386706c450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e74adb4-1b42-4131-a122-0f36ece25e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f9b6b14-b2e9-4229-8a92-3cede8e59735"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0391fe-4bfa-427b-9637-a386706c450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94f2278-f12c-4bb6-8aaa-78726b6ebb34}" ma:internalName="TaxCatchAll" ma:showField="CatchAllData" ma:web="ff0391fe-4bfa-427b-9637-a386706c450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A1383C4-8BBE-4CE4-8774-38231632696F}">
  <ds:schemaRefs>
    <ds:schemaRef ds:uri="http://schemas.microsoft.com/office/2006/metadata/properties"/>
    <ds:schemaRef ds:uri="http://purl.org/dc/terms/"/>
    <ds:schemaRef ds:uri="http://purl.org/dc/elements/1.1/"/>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 ds:uri="ce74adb4-1b42-4131-a122-0f36ece25e86"/>
    <ds:schemaRef ds:uri="ff0391fe-4bfa-427b-9637-a386706c4506"/>
  </ds:schemaRefs>
</ds:datastoreItem>
</file>

<file path=customXml/itemProps2.xml><?xml version="1.0" encoding="utf-8"?>
<ds:datastoreItem xmlns:ds="http://schemas.openxmlformats.org/officeDocument/2006/customXml" ds:itemID="{44F7466A-22EE-462F-9D0A-118B177883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e74adb4-1b42-4131-a122-0f36ece25e86"/>
    <ds:schemaRef ds:uri="ff0391fe-4bfa-427b-9637-a386706c45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35712B4-32A1-40A9-8864-2FE4E48CA5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67</TotalTime>
  <Words>289</Words>
  <Application>Microsoft Office PowerPoint</Application>
  <PresentationFormat>Widescreen</PresentationFormat>
  <Paragraphs>60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Introduction to SC42</vt:lpstr>
      <vt:lpstr>Purpose</vt:lpstr>
      <vt:lpstr>Overview</vt:lpstr>
      <vt:lpstr>By the Numbers</vt:lpstr>
      <vt:lpstr>Working Groups</vt:lpstr>
      <vt:lpstr>Joint Working Groups</vt:lpstr>
      <vt:lpstr>Published Documents: Where to Begin</vt:lpstr>
      <vt:lpstr>Recommended Next Steps:</vt:lpstr>
      <vt:lpstr>Appendix A:</vt:lpstr>
      <vt:lpstr>Appendix B: </vt:lpstr>
      <vt:lpstr>Appendix C:</vt:lpstr>
      <vt:lpstr>Appendix D:</vt:lpstr>
      <vt:lpstr>Appendix 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Foley, Angela (CTR)</cp:lastModifiedBy>
  <cp:revision>541</cp:revision>
  <dcterms:created xsi:type="dcterms:W3CDTF">2026-08-17T20:26:48Z</dcterms:created>
  <dcterms:modified xsi:type="dcterms:W3CDTF">2026-09-23T20:04:54Z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0x0101005A6BA5E26CD5FF418F235D5FFC3EA0F9</vt:lpwstr>
  </property>
  <property fmtid="{D5CDD505-2E9C-101B-9397-08002B2CF9AE}" pid="3" name="MSIP_Label_a2eef23d-2e95-4428-9a3c-2526d95b164a_Enabled">
    <vt:lpwstr>true</vt:lpwstr>
  </property>
  <property fmtid="{D5CDD505-2E9C-101B-9397-08002B2CF9AE}" pid="4" name="MSIP_Label_a2eef23d-2e95-4428-9a3c-2526d95b164a_SetDate">
    <vt:lpwstr>2026-08-17T20:26:58Z</vt:lpwstr>
  </property>
  <property fmtid="{D5CDD505-2E9C-101B-9397-08002B2CF9AE}" pid="5" name="MSIP_Label_a2eef23d-2e95-4428-9a3c-2526d95b164a_Method">
    <vt:lpwstr>Standard</vt:lpwstr>
  </property>
  <property fmtid="{D5CDD505-2E9C-101B-9397-08002B2CF9AE}" pid="6" name="MSIP_Label_a2eef23d-2e95-4428-9a3c-2526d95b164a_Name">
    <vt:lpwstr>For Official Use Only (FOUO)</vt:lpwstr>
  </property>
  <property fmtid="{D5CDD505-2E9C-101B-9397-08002B2CF9AE}" pid="7" name="MSIP_Label_a2eef23d-2e95-4428-9a3c-2526d95b164a_SiteId">
    <vt:lpwstr>3ccde76c-946d-4a12-bb7a-fc9d0842354a</vt:lpwstr>
  </property>
  <property fmtid="{D5CDD505-2E9C-101B-9397-08002B2CF9AE}" pid="8" name="MSIP_Label_a2eef23d-2e95-4428-9a3c-2526d95b164a_ActionId">
    <vt:lpwstr>d03af3c5-cf1b-4246-b260-e1c551e3bb8c</vt:lpwstr>
  </property>
  <property fmtid="{D5CDD505-2E9C-101B-9397-08002B2CF9AE}" pid="9" name="MSIP_Label_a2eef23d-2e95-4428-9a3c-2526d95b164a_ContentBits">
    <vt:lpwstr>0</vt:lpwstr>
  </property>
  <property fmtid="{D5CDD505-2E9C-101B-9397-08002B2CF9AE}" pid="10" name="MSIP_Label_a2eef23d-2e95-4428-9a3c-2526d95b164a_Tag">
    <vt:lpwstr>10, 3, 0, 2</vt:lpwstr>
  </property>
  <property fmtid="{D5CDD505-2E9C-101B-9397-08002B2CF9AE}" pid="11" name="MediaServiceImageTags">
    <vt:lpwstr/>
  </property>
</Properties>
</file>