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75" r:id="rId5"/>
  </p:sldMasterIdLst>
  <p:notesMasterIdLst>
    <p:notesMasterId r:id="rId15"/>
  </p:notesMasterIdLst>
  <p:sldIdLst>
    <p:sldId id="336" r:id="rId6"/>
    <p:sldId id="141170256" r:id="rId7"/>
    <p:sldId id="141169885" r:id="rId8"/>
    <p:sldId id="141170247" r:id="rId9"/>
    <p:sldId id="141170274" r:id="rId10"/>
    <p:sldId id="256" r:id="rId11"/>
    <p:sldId id="1881839138" r:id="rId12"/>
    <p:sldId id="141170273" r:id="rId13"/>
    <p:sldId id="141170072" r:id="rId14"/>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813033-10E4-8456-B3FD-586C69E866DE}" name="Beach III, Aubrey [USA]" initials="BIA[" userId="S::565007@bah.com::c123daf4-408e-47a9-8d53-fc8843d7263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282"/>
    <a:srgbClr val="004486"/>
    <a:srgbClr val="004283"/>
    <a:srgbClr val="E8EEF4"/>
    <a:srgbClr val="004383"/>
    <a:srgbClr val="334052"/>
    <a:srgbClr val="005170"/>
    <a:srgbClr val="EE7E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683" autoAdjust="0"/>
    <p:restoredTop sz="80411" autoAdjust="0"/>
  </p:normalViewPr>
  <p:slideViewPr>
    <p:cSldViewPr snapToGrid="0">
      <p:cViewPr varScale="1">
        <p:scale>
          <a:sx n="101" d="100"/>
          <a:sy n="101" d="100"/>
        </p:scale>
        <p:origin x="704" y="184"/>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3408"/>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0"/>
            <a:ext cx="3037840" cy="463408"/>
          </a:xfrm>
          <a:prstGeom prst="rect">
            <a:avLst/>
          </a:prstGeom>
        </p:spPr>
        <p:txBody>
          <a:bodyPr vert="horz" lIns="92830" tIns="46415" rIns="92830" bIns="46415" rtlCol="0"/>
          <a:lstStyle>
            <a:lvl1pPr algn="r">
              <a:defRPr sz="1200"/>
            </a:lvl1pPr>
          </a:lstStyle>
          <a:p>
            <a:fld id="{586B9D10-7BCD-425C-9CA6-F5333486AD73}" type="datetimeFigureOut">
              <a:rPr lang="en-US" smtClean="0"/>
              <a:t>7/31/26</a:t>
            </a:fld>
            <a:endParaRPr lang="en-US"/>
          </a:p>
        </p:txBody>
      </p:sp>
      <p:sp>
        <p:nvSpPr>
          <p:cNvPr id="4" name="Slide Image Placeholder 3"/>
          <p:cNvSpPr>
            <a:spLocks noGrp="1" noRot="1" noChangeAspect="1"/>
          </p:cNvSpPr>
          <p:nvPr>
            <p:ph type="sldImg" idx="2"/>
          </p:nvPr>
        </p:nvSpPr>
        <p:spPr>
          <a:xfrm>
            <a:off x="733425" y="1154113"/>
            <a:ext cx="5543550" cy="3117850"/>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444861"/>
            <a:ext cx="5608320" cy="3636705"/>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37840" cy="463407"/>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9"/>
            <a:ext cx="3037840" cy="463407"/>
          </a:xfrm>
          <a:prstGeom prst="rect">
            <a:avLst/>
          </a:prstGeom>
        </p:spPr>
        <p:txBody>
          <a:bodyPr vert="horz" lIns="92830" tIns="46415" rIns="92830" bIns="46415" rtlCol="0" anchor="b"/>
          <a:lstStyle>
            <a:lvl1pPr algn="r">
              <a:defRPr sz="1200"/>
            </a:lvl1pPr>
          </a:lstStyle>
          <a:p>
            <a:fld id="{5F8897AF-D04E-4367-BADA-11FF3D514EE8}" type="slidenum">
              <a:rPr lang="en-US" smtClean="0"/>
              <a:t>‹#›</a:t>
            </a:fld>
            <a:endParaRPr lang="en-US"/>
          </a:p>
        </p:txBody>
      </p:sp>
    </p:spTree>
    <p:extLst>
      <p:ext uri="{BB962C8B-B14F-4D97-AF65-F5344CB8AC3E}">
        <p14:creationId xmlns:p14="http://schemas.microsoft.com/office/powerpoint/2010/main" val="3665772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t>
            </a:r>
            <a:r>
              <a:rPr lang="en-US"/>
              <a:t>– Introduction.</a:t>
            </a:r>
            <a:endParaRPr lang="en-US" dirty="0"/>
          </a:p>
        </p:txBody>
      </p:sp>
      <p:sp>
        <p:nvSpPr>
          <p:cNvPr id="4" name="Slide Number Placeholder 3"/>
          <p:cNvSpPr>
            <a:spLocks noGrp="1"/>
          </p:cNvSpPr>
          <p:nvPr>
            <p:ph type="sldNum" sz="quarter" idx="10"/>
          </p:nvPr>
        </p:nvSpPr>
        <p:spPr/>
        <p:txBody>
          <a:bodyPr/>
          <a:lstStyle/>
          <a:p>
            <a:pPr defTabSz="464149">
              <a:defRPr/>
            </a:pPr>
            <a:fld id="{0B22E215-D3C6-D84F-8ECF-5127C8518219}" type="slidenum">
              <a:rPr lang="en-US">
                <a:solidFill>
                  <a:prstClr val="black"/>
                </a:solidFill>
                <a:latin typeface="Calibri"/>
              </a:rPr>
              <a:pPr defTabSz="464149">
                <a:defRPr/>
              </a:pPr>
              <a:t>1</a:t>
            </a:fld>
            <a:endParaRPr lang="en-US" dirty="0">
              <a:solidFill>
                <a:prstClr val="black"/>
              </a:solidFill>
              <a:latin typeface="Calibri"/>
            </a:endParaRPr>
          </a:p>
        </p:txBody>
      </p:sp>
    </p:spTree>
    <p:extLst>
      <p:ext uri="{BB962C8B-B14F-4D97-AF65-F5344CB8AC3E}">
        <p14:creationId xmlns:p14="http://schemas.microsoft.com/office/powerpoint/2010/main" val="3453106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AD24C-63E4-43F6-B7A2-9AED7BFA5002}" type="slidenum">
              <a:rPr lang="en-US" smtClean="0"/>
              <a:t>2</a:t>
            </a:fld>
            <a:endParaRPr lang="en-US"/>
          </a:p>
        </p:txBody>
      </p:sp>
    </p:spTree>
    <p:extLst>
      <p:ext uri="{BB962C8B-B14F-4D97-AF65-F5344CB8AC3E}">
        <p14:creationId xmlns:p14="http://schemas.microsoft.com/office/powerpoint/2010/main" val="2815128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8897AF-D04E-4367-BADA-11FF3D514EE8}" type="slidenum">
              <a:rPr lang="en-US" smtClean="0"/>
              <a:t>3</a:t>
            </a:fld>
            <a:endParaRPr lang="en-US"/>
          </a:p>
        </p:txBody>
      </p:sp>
    </p:spTree>
    <p:extLst>
      <p:ext uri="{BB962C8B-B14F-4D97-AF65-F5344CB8AC3E}">
        <p14:creationId xmlns:p14="http://schemas.microsoft.com/office/powerpoint/2010/main" val="2116260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7CDE4-C259-E8C6-2331-2AD055824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53DD8E-DFE4-740C-AF42-7B00FAAABD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DA5002-E4AA-7C77-1454-11F000E8CAEA}"/>
              </a:ext>
            </a:extLst>
          </p:cNvPr>
          <p:cNvSpPr>
            <a:spLocks noGrp="1"/>
          </p:cNvSpPr>
          <p:nvPr>
            <p:ph type="body" idx="1"/>
          </p:nvPr>
        </p:nvSpPr>
        <p:spPr/>
        <p:txBody>
          <a:bodyPr/>
          <a:lstStyle/>
          <a:p>
            <a:pPr marL="290093" indent="-290093">
              <a:buFont typeface="Arial" panose="020B0604020202020204" pitchFamily="34" charset="0"/>
              <a:buChar char="•"/>
            </a:pPr>
            <a:r>
              <a:rPr lang="en-US" dirty="0"/>
              <a:t>Another point to highlight</a:t>
            </a:r>
            <a:r>
              <a:rPr lang="en-US" baseline="0" dirty="0"/>
              <a:t> is that you may be using </a:t>
            </a:r>
            <a:r>
              <a:rPr lang="en-US" baseline="0" dirty="0" err="1"/>
              <a:t>NIEMOpen</a:t>
            </a:r>
            <a:r>
              <a:rPr lang="en-US" baseline="0" dirty="0"/>
              <a:t> and not even know it. </a:t>
            </a:r>
          </a:p>
          <a:p>
            <a:pPr marL="290093" indent="-290093">
              <a:buFont typeface="Arial" panose="020B0604020202020204" pitchFamily="34" charset="0"/>
              <a:buChar char="•"/>
            </a:pPr>
            <a:r>
              <a:rPr lang="en-US" baseline="0" dirty="0" err="1"/>
              <a:t>NIEMOpen</a:t>
            </a:r>
            <a:r>
              <a:rPr lang="en-US" baseline="0" dirty="0"/>
              <a:t> has been incorporated and leveraged by several other industry standards as identified on this slide. If you are currently using any of these standards, you are technically using </a:t>
            </a:r>
            <a:r>
              <a:rPr lang="en-US" baseline="0" dirty="0" err="1"/>
              <a:t>NIEMOpen</a:t>
            </a:r>
            <a:r>
              <a:rPr lang="en-US" baseline="0" dirty="0"/>
              <a:t> as well. </a:t>
            </a:r>
            <a:endParaRPr lang="en-US" dirty="0"/>
          </a:p>
        </p:txBody>
      </p:sp>
      <p:sp>
        <p:nvSpPr>
          <p:cNvPr id="4" name="Slide Number Placeholder 3">
            <a:extLst>
              <a:ext uri="{FF2B5EF4-FFF2-40B4-BE49-F238E27FC236}">
                <a16:creationId xmlns:a16="http://schemas.microsoft.com/office/drawing/2014/main" id="{42460694-AED4-1587-F16E-BF0DF3F04012}"/>
              </a:ext>
            </a:extLst>
          </p:cNvPr>
          <p:cNvSpPr>
            <a:spLocks noGrp="1"/>
          </p:cNvSpPr>
          <p:nvPr>
            <p:ph type="sldNum" sz="quarter" idx="5"/>
          </p:nvPr>
        </p:nvSpPr>
        <p:spPr/>
        <p:txBody>
          <a:bodyPr/>
          <a:lstStyle/>
          <a:p>
            <a:pPr marL="0" marR="0" lvl="0" indent="0" algn="r" defTabSz="464149" rtl="0" eaLnBrk="1" fontAlgn="auto" latinLnBrk="0" hangingPunct="1">
              <a:lnSpc>
                <a:spcPct val="100000"/>
              </a:lnSpc>
              <a:spcBef>
                <a:spcPts val="0"/>
              </a:spcBef>
              <a:spcAft>
                <a:spcPts val="0"/>
              </a:spcAft>
              <a:buClrTx/>
              <a:buSzTx/>
              <a:buFontTx/>
              <a:buNone/>
              <a:tabLst/>
              <a:defRPr/>
            </a:pPr>
            <a:fld id="{0B22E215-D3C6-D84F-8ECF-5127C8518219}"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464149"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57807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AD24C-63E4-43F6-B7A2-9AED7BFA5002}" type="slidenum">
              <a:rPr lang="en-US" smtClean="0"/>
              <a:t>8</a:t>
            </a:fld>
            <a:endParaRPr lang="en-US"/>
          </a:p>
        </p:txBody>
      </p:sp>
    </p:spTree>
    <p:extLst>
      <p:ext uri="{BB962C8B-B14F-4D97-AF65-F5344CB8AC3E}">
        <p14:creationId xmlns:p14="http://schemas.microsoft.com/office/powerpoint/2010/main" val="8474732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8897AF-D04E-4367-BADA-11FF3D514EE8}" type="slidenum">
              <a:rPr lang="en-US" smtClean="0"/>
              <a:t>9</a:t>
            </a:fld>
            <a:endParaRPr lang="en-US"/>
          </a:p>
        </p:txBody>
      </p:sp>
    </p:spTree>
    <p:extLst>
      <p:ext uri="{BB962C8B-B14F-4D97-AF65-F5344CB8AC3E}">
        <p14:creationId xmlns:p14="http://schemas.microsoft.com/office/powerpoint/2010/main" val="3089331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1998134" y="4621161"/>
            <a:ext cx="8195733" cy="838200"/>
          </a:xfrm>
          <a:prstGeom prst="rect">
            <a:avLst/>
          </a:prstGeom>
        </p:spPr>
        <p:txBody>
          <a:bodyPr>
            <a:noAutofit/>
          </a:bodyPr>
          <a:lstStyle>
            <a:lvl1pPr algn="ctr">
              <a:defRPr sz="2800" baseline="0">
                <a:solidFill>
                  <a:schemeClr val="bg1">
                    <a:lumMod val="50000"/>
                  </a:schemeClr>
                </a:solidFill>
                <a:effectLst/>
                <a:latin typeface="Arial"/>
                <a:cs typeface="Arial"/>
              </a:defRPr>
            </a:lvl1pPr>
          </a:lstStyle>
          <a:p>
            <a:r>
              <a:rPr lang="en-US" dirty="0"/>
              <a:t>Title Master</a:t>
            </a:r>
          </a:p>
        </p:txBody>
      </p:sp>
    </p:spTree>
    <p:extLst>
      <p:ext uri="{BB962C8B-B14F-4D97-AF65-F5344CB8AC3E}">
        <p14:creationId xmlns:p14="http://schemas.microsoft.com/office/powerpoint/2010/main" val="1471176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98134" y="2895600"/>
            <a:ext cx="8195733" cy="838200"/>
          </a:xfrm>
        </p:spPr>
        <p:txBody>
          <a:bodyPr>
            <a:noAutofit/>
          </a:bodyPr>
          <a:lstStyle>
            <a:lvl1pPr algn="ctr">
              <a:defRPr sz="4800"/>
            </a:lvl1pPr>
          </a:lstStyle>
          <a:p>
            <a:r>
              <a:rPr lang="en-US"/>
              <a:t>Click to edit Master title style</a:t>
            </a:r>
            <a:endParaRPr lang="en-US" dirty="0"/>
          </a:p>
        </p:txBody>
      </p:sp>
      <p:sp>
        <p:nvSpPr>
          <p:cNvPr id="3" name="Date Placeholder 2"/>
          <p:cNvSpPr>
            <a:spLocks noGrp="1"/>
          </p:cNvSpPr>
          <p:nvPr>
            <p:ph type="dt" sz="half" idx="10"/>
          </p:nvPr>
        </p:nvSpPr>
        <p:spPr>
          <a:xfrm>
            <a:off x="9255888" y="6356350"/>
            <a:ext cx="2844800" cy="365125"/>
          </a:xfrm>
          <a:prstGeom prst="rect">
            <a:avLst/>
          </a:prstGeom>
        </p:spPr>
        <p:txBody>
          <a:bodyPr/>
          <a:lstStyle/>
          <a:p>
            <a:endParaRPr lang="en-US" dirty="0">
              <a:solidFill>
                <a:srgbClr val="8B8B8B"/>
              </a:solidFill>
            </a:endParaRPr>
          </a:p>
        </p:txBody>
      </p:sp>
      <p:sp>
        <p:nvSpPr>
          <p:cNvPr id="5" name="Slide Number Placeholder 8">
            <a:extLst>
              <a:ext uri="{FF2B5EF4-FFF2-40B4-BE49-F238E27FC236}">
                <a16:creationId xmlns:a16="http://schemas.microsoft.com/office/drawing/2014/main" id="{10C4BB1B-EDC4-483F-B0EA-E14D2B3E2F54}"/>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737068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473326"/>
            <a:ext cx="10363200" cy="981075"/>
          </a:xfrm>
        </p:spPr>
        <p:txBody>
          <a:bodyPr/>
          <a:lstStyle>
            <a:lvl1pPr algn="ctr">
              <a:defRPr b="1"/>
            </a:lvl1pPr>
          </a:lstStyle>
          <a:p>
            <a:r>
              <a:rPr lang="en-US"/>
              <a:t>Click to edit Master title style</a:t>
            </a:r>
            <a:endParaRPr lang="en-US" dirty="0"/>
          </a:p>
        </p:txBody>
      </p:sp>
      <p:sp>
        <p:nvSpPr>
          <p:cNvPr id="3" name="Subtitle 2"/>
          <p:cNvSpPr>
            <a:spLocks noGrp="1"/>
          </p:cNvSpPr>
          <p:nvPr>
            <p:ph type="subTitle" idx="1"/>
          </p:nvPr>
        </p:nvSpPr>
        <p:spPr>
          <a:xfrm>
            <a:off x="1828800" y="3594100"/>
            <a:ext cx="8534400" cy="495300"/>
          </a:xfrm>
        </p:spPr>
        <p:txBody>
          <a:bodyPr>
            <a:normAutofit/>
          </a:bodyPr>
          <a:lstStyle>
            <a:lvl1pPr marL="0" indent="0" algn="ctr">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9347200" y="6356350"/>
            <a:ext cx="2844800" cy="365125"/>
          </a:xfrm>
          <a:prstGeom prst="rect">
            <a:avLst/>
          </a:prstGeom>
        </p:spPr>
        <p:txBody>
          <a:bodyPr/>
          <a:lstStyle/>
          <a:p>
            <a:endParaRPr lang="en-US" dirty="0">
              <a:solidFill>
                <a:srgbClr val="8B8B8B"/>
              </a:solidFill>
            </a:endParaRPr>
          </a:p>
        </p:txBody>
      </p:sp>
      <p:sp>
        <p:nvSpPr>
          <p:cNvPr id="6" name="Slide Number Placeholder 8">
            <a:extLst>
              <a:ext uri="{FF2B5EF4-FFF2-40B4-BE49-F238E27FC236}">
                <a16:creationId xmlns:a16="http://schemas.microsoft.com/office/drawing/2014/main" id="{3395B0B3-2BEF-4C03-8782-98158BE48CBA}"/>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3102649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lvl1pPr>
              <a:defRPr sz="2800" baseline="0">
                <a:solidFill>
                  <a:srgbClr val="004283"/>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326DD364-13F5-4F1F-B58D-A48376FBCAD9}"/>
              </a:ext>
            </a:extLst>
          </p:cNvPr>
          <p:cNvSpPr>
            <a:spLocks noGrp="1"/>
          </p:cNvSpPr>
          <p:nvPr>
            <p:ph type="body" sz="quarter" idx="13"/>
          </p:nvPr>
        </p:nvSpPr>
        <p:spPr>
          <a:xfrm>
            <a:off x="609600" y="1200150"/>
            <a:ext cx="11079192" cy="4777956"/>
          </a:xfrm>
        </p:spPr>
        <p:txBody>
          <a:bodyPr/>
          <a:lstStyle>
            <a:lvl1pPr>
              <a:defRPr sz="2400">
                <a:solidFill>
                  <a:srgbClr val="334052"/>
                </a:solidFill>
              </a:defRPr>
            </a:lvl1pPr>
            <a:lvl2pPr>
              <a:defRPr sz="2000">
                <a:solidFill>
                  <a:srgbClr val="334052"/>
                </a:solidFill>
              </a:defRPr>
            </a:lvl2pPr>
            <a:lvl3pPr>
              <a:defRPr sz="1800">
                <a:solidFill>
                  <a:srgbClr val="334052"/>
                </a:solidFill>
              </a:defRPr>
            </a:lvl3pPr>
            <a:lvl4pPr>
              <a:defRPr sz="1600">
                <a:solidFill>
                  <a:srgbClr val="334052"/>
                </a:solidFill>
              </a:defRPr>
            </a:lvl4pPr>
            <a:lvl5pPr>
              <a:defRPr sz="1600">
                <a:solidFill>
                  <a:srgbClr val="33405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8">
            <a:extLst>
              <a:ext uri="{FF2B5EF4-FFF2-40B4-BE49-F238E27FC236}">
                <a16:creationId xmlns:a16="http://schemas.microsoft.com/office/drawing/2014/main" id="{C5D95E17-6E53-47C4-A1F3-99941F15D785}"/>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2489338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2240313"/>
            <a:ext cx="5384800" cy="3627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2240313"/>
            <a:ext cx="5384800" cy="3627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9347200" y="6356351"/>
            <a:ext cx="2844800" cy="365125"/>
          </a:xfrm>
          <a:prstGeom prst="rect">
            <a:avLst/>
          </a:prstGeom>
        </p:spPr>
        <p:txBody>
          <a:bodyPr/>
          <a:lstStyle/>
          <a:p>
            <a:endParaRPr lang="en-US" dirty="0">
              <a:solidFill>
                <a:srgbClr val="8B8B8B"/>
              </a:solidFill>
            </a:endParaRPr>
          </a:p>
        </p:txBody>
      </p:sp>
      <p:sp>
        <p:nvSpPr>
          <p:cNvPr id="9" name="Slide Number Placeholder 8">
            <a:extLst>
              <a:ext uri="{FF2B5EF4-FFF2-40B4-BE49-F238E27FC236}">
                <a16:creationId xmlns:a16="http://schemas.microsoft.com/office/drawing/2014/main" id="{9C783EA3-C43A-408B-8A96-2BF3503C5AD1}"/>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3484413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2174875"/>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966048"/>
            <a:ext cx="5386917" cy="29267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9347200" y="6356350"/>
            <a:ext cx="2844800" cy="365125"/>
          </a:xfrm>
          <a:prstGeom prst="rect">
            <a:avLst/>
          </a:prstGeom>
        </p:spPr>
        <p:txBody>
          <a:bodyPr/>
          <a:lstStyle/>
          <a:p>
            <a:endParaRPr lang="en-US" dirty="0">
              <a:solidFill>
                <a:srgbClr val="8B8B8B"/>
              </a:solidFill>
            </a:endParaRPr>
          </a:p>
        </p:txBody>
      </p:sp>
      <p:sp>
        <p:nvSpPr>
          <p:cNvPr id="12" name="Chart Placeholder 11"/>
          <p:cNvSpPr>
            <a:spLocks noGrp="1"/>
          </p:cNvSpPr>
          <p:nvPr>
            <p:ph type="chart" sz="quarter" idx="11"/>
          </p:nvPr>
        </p:nvSpPr>
        <p:spPr>
          <a:xfrm>
            <a:off x="6400800" y="2174876"/>
            <a:ext cx="5029200" cy="3717925"/>
          </a:xfrm>
        </p:spPr>
        <p:txBody>
          <a:bodyPr/>
          <a:lstStyle/>
          <a:p>
            <a:r>
              <a:rPr lang="en-US" dirty="0"/>
              <a:t>Click icon to add chart</a:t>
            </a:r>
          </a:p>
        </p:txBody>
      </p:sp>
      <p:sp>
        <p:nvSpPr>
          <p:cNvPr id="9" name="Slide Number Placeholder 8">
            <a:extLst>
              <a:ext uri="{FF2B5EF4-FFF2-40B4-BE49-F238E27FC236}">
                <a16:creationId xmlns:a16="http://schemas.microsoft.com/office/drawing/2014/main" id="{C0717F37-EB3F-4912-8B16-22DE78163176}"/>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1195903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9325339" y="6356350"/>
            <a:ext cx="2844800" cy="365125"/>
          </a:xfrm>
          <a:prstGeom prst="rect">
            <a:avLst/>
          </a:prstGeom>
        </p:spPr>
        <p:txBody>
          <a:bodyPr/>
          <a:lstStyle/>
          <a:p>
            <a:endParaRPr lang="en-US" dirty="0">
              <a:solidFill>
                <a:srgbClr val="8B8B8B"/>
              </a:solidFill>
            </a:endParaRPr>
          </a:p>
        </p:txBody>
      </p:sp>
      <p:sp>
        <p:nvSpPr>
          <p:cNvPr id="5" name="Slide Number Placeholder 8">
            <a:extLst>
              <a:ext uri="{FF2B5EF4-FFF2-40B4-BE49-F238E27FC236}">
                <a16:creationId xmlns:a16="http://schemas.microsoft.com/office/drawing/2014/main" id="{A5D7F9B5-CC5A-4ABE-8117-CC023710B832}"/>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437038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normAutofit/>
          </a:bodyPr>
          <a:lstStyle>
            <a:lvl1pPr algn="l">
              <a:defRPr sz="2400" b="1" cap="none">
                <a:effectLst/>
              </a:defRPr>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9347200" y="6356351"/>
            <a:ext cx="2844800" cy="365125"/>
          </a:xfrm>
          <a:prstGeom prst="rect">
            <a:avLst/>
          </a:prstGeom>
        </p:spPr>
        <p:txBody>
          <a:bodyPr/>
          <a:lstStyle/>
          <a:p>
            <a:endParaRPr lang="en-US" dirty="0">
              <a:solidFill>
                <a:srgbClr val="8B8B8B"/>
              </a:solidFill>
            </a:endParaRPr>
          </a:p>
        </p:txBody>
      </p:sp>
      <p:sp>
        <p:nvSpPr>
          <p:cNvPr id="7" name="Slide Number Placeholder 8">
            <a:extLst>
              <a:ext uri="{FF2B5EF4-FFF2-40B4-BE49-F238E27FC236}">
                <a16:creationId xmlns:a16="http://schemas.microsoft.com/office/drawing/2014/main" id="{B061D5B3-FA26-4D91-B231-F26ED3693375}"/>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1425156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a:xfrm>
            <a:off x="9347200" y="6356351"/>
            <a:ext cx="2844800" cy="365125"/>
          </a:xfrm>
          <a:prstGeom prst="rect">
            <a:avLst/>
          </a:prstGeom>
        </p:spPr>
        <p:txBody>
          <a:bodyPr/>
          <a:lstStyle/>
          <a:p>
            <a:endParaRPr lang="en-US" dirty="0">
              <a:solidFill>
                <a:srgbClr val="8B8B8B"/>
              </a:solidFill>
            </a:endParaRPr>
          </a:p>
        </p:txBody>
      </p:sp>
      <p:sp>
        <p:nvSpPr>
          <p:cNvPr id="9" name="Table Placeholder 8"/>
          <p:cNvSpPr>
            <a:spLocks noGrp="1"/>
          </p:cNvSpPr>
          <p:nvPr>
            <p:ph type="tbl" sz="quarter" idx="12"/>
          </p:nvPr>
        </p:nvSpPr>
        <p:spPr>
          <a:xfrm>
            <a:off x="609600" y="2145652"/>
            <a:ext cx="10786533" cy="3709048"/>
          </a:xfrm>
        </p:spPr>
        <p:txBody>
          <a:bodyPr/>
          <a:lstStyle/>
          <a:p>
            <a:endParaRPr lang="en-US" dirty="0"/>
          </a:p>
        </p:txBody>
      </p:sp>
      <p:sp>
        <p:nvSpPr>
          <p:cNvPr id="6" name="Slide Number Placeholder 8">
            <a:extLst>
              <a:ext uri="{FF2B5EF4-FFF2-40B4-BE49-F238E27FC236}">
                <a16:creationId xmlns:a16="http://schemas.microsoft.com/office/drawing/2014/main" id="{B614A661-166B-4DF4-B43E-98FAF92466C0}"/>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670867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2174875"/>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966048"/>
            <a:ext cx="5386917" cy="29267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9347200" y="6356350"/>
            <a:ext cx="2844800" cy="365125"/>
          </a:xfrm>
          <a:prstGeom prst="rect">
            <a:avLst/>
          </a:prstGeom>
        </p:spPr>
        <p:txBody>
          <a:bodyPr/>
          <a:lstStyle/>
          <a:p>
            <a:endParaRPr lang="en-US" dirty="0">
              <a:solidFill>
                <a:srgbClr val="8B8B8B"/>
              </a:solidFill>
            </a:endParaRPr>
          </a:p>
        </p:txBody>
      </p:sp>
      <p:sp>
        <p:nvSpPr>
          <p:cNvPr id="12" name="Chart Placeholder 11"/>
          <p:cNvSpPr>
            <a:spLocks noGrp="1"/>
          </p:cNvSpPr>
          <p:nvPr>
            <p:ph type="chart" sz="quarter" idx="11"/>
          </p:nvPr>
        </p:nvSpPr>
        <p:spPr>
          <a:xfrm>
            <a:off x="6400800" y="2174876"/>
            <a:ext cx="5029200" cy="3717925"/>
          </a:xfrm>
        </p:spPr>
        <p:txBody>
          <a:bodyPr/>
          <a:lstStyle/>
          <a:p>
            <a:endParaRPr lang="en-US" dirty="0"/>
          </a:p>
        </p:txBody>
      </p:sp>
      <p:sp>
        <p:nvSpPr>
          <p:cNvPr id="9" name="Slide Number Placeholder 8">
            <a:extLst>
              <a:ext uri="{FF2B5EF4-FFF2-40B4-BE49-F238E27FC236}">
                <a16:creationId xmlns:a16="http://schemas.microsoft.com/office/drawing/2014/main" id="{1E18E8FD-9C4B-40B0-8F9D-B59F0334C280}"/>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2196034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11984" y="274638"/>
            <a:ext cx="10972800" cy="868362"/>
          </a:xfrm>
          <a:prstGeom prst="rect">
            <a:avLst/>
          </a:prstGeom>
        </p:spPr>
        <p:txBody>
          <a:bodyPr vert="horz" lIns="91440" tIns="45720" rIns="91440" bIns="45720" rtlCol="0" anchor="ctr" anchorCtr="0">
            <a:normAutofit/>
          </a:bodyPr>
          <a:lstStyle>
            <a:lvl1pPr algn="ctr">
              <a:lnSpc>
                <a:spcPts val="3200"/>
              </a:lnSpc>
              <a:defRPr lang="en-US" sz="2800" cap="all" baseline="0"/>
            </a:lvl1pPr>
          </a:lstStyle>
          <a:p>
            <a:r>
              <a:rPr lang="en-US"/>
              <a:t>Click to edit Master title style</a:t>
            </a:r>
          </a:p>
        </p:txBody>
      </p:sp>
      <p:sp>
        <p:nvSpPr>
          <p:cNvPr id="8" name="Text Placeholder 2"/>
          <p:cNvSpPr>
            <a:spLocks noGrp="1"/>
          </p:cNvSpPr>
          <p:nvPr>
            <p:ph idx="1"/>
          </p:nvPr>
        </p:nvSpPr>
        <p:spPr>
          <a:xfrm>
            <a:off x="611984" y="1275673"/>
            <a:ext cx="10972800" cy="4678363"/>
          </a:xfrm>
          <a:prstGeom prst="rect">
            <a:avLst/>
          </a:prstGeom>
        </p:spPr>
        <p:txBody>
          <a:bodyPr vert="horz" lIns="91440" tIns="45720" rIns="91440" bIns="45720" rtlCol="0">
            <a:normAutofit/>
          </a:bodyPr>
          <a:lstStyle>
            <a:lvl1pPr>
              <a:spcAft>
                <a:spcPts val="600"/>
              </a:spcAft>
              <a:defRPr lang="en-US" smtClean="0"/>
            </a:lvl1pPr>
            <a:lvl2pPr>
              <a:spcAft>
                <a:spcPts val="600"/>
              </a:spcAft>
              <a:defRPr lang="en-US" smtClean="0"/>
            </a:lvl2pPr>
            <a:lvl3pPr>
              <a:spcAft>
                <a:spcPts val="600"/>
              </a:spcAft>
              <a:defRPr lang="en-US" smtClean="0"/>
            </a:lvl3pPr>
            <a:lvl4pPr marL="1027113" indent="-280988">
              <a:buClr>
                <a:schemeClr val="tx2"/>
              </a:buClr>
              <a:defRPr lang="en-US" smtClean="0"/>
            </a:lvl4pPr>
            <a:lvl5pPr marL="1319213" indent="-228600">
              <a:buClr>
                <a:schemeClr val="tx2"/>
              </a:buClr>
              <a:buSzPct val="60000"/>
              <a:buFont typeface="Wingdings" pitchFamily="2" charset="2"/>
              <a:buChar char="q"/>
              <a:tabLst/>
              <a:defRPr lang="en-US" smtClean="0"/>
            </a:lvl5pPr>
            <a:lvl6pPr marL="1608138" indent="-228600">
              <a:buClr>
                <a:schemeClr val="tx2"/>
              </a:buClr>
              <a:buFont typeface="Helvetica LT Std" pitchFamily="34" charset="0"/>
              <a:buChar char="–"/>
              <a:tabLst/>
              <a:defRPr lang="en-US" smtClean="0"/>
            </a:lvl6pPr>
          </a:lstStyle>
          <a:p>
            <a:pPr lvl="0"/>
            <a:r>
              <a:rPr lang="en-US"/>
              <a:t>Edit Master text styles</a:t>
            </a:r>
          </a:p>
        </p:txBody>
      </p:sp>
      <p:sp>
        <p:nvSpPr>
          <p:cNvPr id="5" name="Slide Number Placeholder 8">
            <a:extLst>
              <a:ext uri="{FF2B5EF4-FFF2-40B4-BE49-F238E27FC236}">
                <a16:creationId xmlns:a16="http://schemas.microsoft.com/office/drawing/2014/main" id="{584D26D8-2F78-40FF-B773-6EE7921DE17E}"/>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202286271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282"/>
                </a:solidFill>
              </a:defRPr>
            </a:lvl1pPr>
          </a:lstStyle>
          <a:p>
            <a:r>
              <a:rPr lang="en-US" dirty="0"/>
              <a:t>Click to edit Master title style</a:t>
            </a:r>
          </a:p>
        </p:txBody>
      </p:sp>
      <p:sp>
        <p:nvSpPr>
          <p:cNvPr id="4" name="Date Placeholder 3"/>
          <p:cNvSpPr>
            <a:spLocks noGrp="1"/>
          </p:cNvSpPr>
          <p:nvPr>
            <p:ph type="dt" sz="half" idx="10"/>
          </p:nvPr>
        </p:nvSpPr>
        <p:spPr/>
        <p:txBody>
          <a:bodyPr/>
          <a:lstStyle/>
          <a:p>
            <a:endParaRPr lang="en-US" dirty="0"/>
          </a:p>
        </p:txBody>
      </p:sp>
      <p:sp>
        <p:nvSpPr>
          <p:cNvPr id="7" name="Content Placeholder 6"/>
          <p:cNvSpPr>
            <a:spLocks noGrp="1"/>
          </p:cNvSpPr>
          <p:nvPr>
            <p:ph sz="quarter" idx="11"/>
          </p:nvPr>
        </p:nvSpPr>
        <p:spPr>
          <a:xfrm>
            <a:off x="609600" y="1492250"/>
            <a:ext cx="10972800" cy="444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8">
            <a:extLst>
              <a:ext uri="{FF2B5EF4-FFF2-40B4-BE49-F238E27FC236}">
                <a16:creationId xmlns:a16="http://schemas.microsoft.com/office/drawing/2014/main" id="{E5DCA139-0762-4C4F-B386-FBEA85E50C51}"/>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38051010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9" name="Table Placeholder 8"/>
          <p:cNvSpPr>
            <a:spLocks noGrp="1"/>
          </p:cNvSpPr>
          <p:nvPr>
            <p:ph type="tbl" sz="quarter" idx="12"/>
          </p:nvPr>
        </p:nvSpPr>
        <p:spPr>
          <a:xfrm>
            <a:off x="609600" y="1491804"/>
            <a:ext cx="10786533" cy="4362899"/>
          </a:xfrm>
        </p:spPr>
        <p:txBody>
          <a:bodyPr/>
          <a:lstStyle/>
          <a:p>
            <a:endParaRPr lang="en-US" dirty="0"/>
          </a:p>
        </p:txBody>
      </p:sp>
      <p:sp>
        <p:nvSpPr>
          <p:cNvPr id="6" name="Slide Number Placeholder 8">
            <a:extLst>
              <a:ext uri="{FF2B5EF4-FFF2-40B4-BE49-F238E27FC236}">
                <a16:creationId xmlns:a16="http://schemas.microsoft.com/office/drawing/2014/main" id="{C4428502-7FEB-4856-821A-092C4551181E}"/>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38407827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282"/>
                </a:solidFill>
              </a:defRPr>
            </a:lvl1pPr>
          </a:lstStyle>
          <a:p>
            <a:r>
              <a:rPr lang="en-US" dirty="0"/>
              <a:t>Click to edit Master title style</a:t>
            </a:r>
          </a:p>
        </p:txBody>
      </p:sp>
      <p:sp>
        <p:nvSpPr>
          <p:cNvPr id="4" name="Date Placeholder 3"/>
          <p:cNvSpPr>
            <a:spLocks noGrp="1"/>
          </p:cNvSpPr>
          <p:nvPr>
            <p:ph type="dt" sz="half" idx="10"/>
          </p:nvPr>
        </p:nvSpPr>
        <p:spPr/>
        <p:txBody>
          <a:bodyPr/>
          <a:lstStyle/>
          <a:p>
            <a:endParaRPr lang="en-US" dirty="0"/>
          </a:p>
        </p:txBody>
      </p:sp>
      <p:sp>
        <p:nvSpPr>
          <p:cNvPr id="7" name="Content Placeholder 6"/>
          <p:cNvSpPr>
            <a:spLocks noGrp="1"/>
          </p:cNvSpPr>
          <p:nvPr>
            <p:ph sz="quarter" idx="11"/>
          </p:nvPr>
        </p:nvSpPr>
        <p:spPr>
          <a:xfrm>
            <a:off x="609600" y="1492250"/>
            <a:ext cx="10972800" cy="444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8">
            <a:extLst>
              <a:ext uri="{FF2B5EF4-FFF2-40B4-BE49-F238E27FC236}">
                <a16:creationId xmlns:a16="http://schemas.microsoft.com/office/drawing/2014/main" id="{1982C6D7-0CD6-43C6-B16D-2D387D380BDD}"/>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36134500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5"/>
        <p:cNvGrpSpPr/>
        <p:nvPr/>
      </p:nvGrpSpPr>
      <p:grpSpPr>
        <a:xfrm>
          <a:off x="0" y="0"/>
          <a:ext cx="0" cy="0"/>
          <a:chOff x="0" y="0"/>
          <a:chExt cx="0" cy="0"/>
        </a:xfrm>
      </p:grpSpPr>
      <p:sp>
        <p:nvSpPr>
          <p:cNvPr id="16" name="Google Shape;16;p15"/>
          <p:cNvSpPr txBox="1">
            <a:spLocks noGrp="1"/>
          </p:cNvSpPr>
          <p:nvPr>
            <p:ph type="title"/>
          </p:nvPr>
        </p:nvSpPr>
        <p:spPr>
          <a:xfrm>
            <a:off x="415600" y="101428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334052"/>
              </a:buClr>
              <a:buSzPts val="2800"/>
              <a:buFont typeface="Open Sans"/>
              <a:buNone/>
              <a:defRPr sz="3600" b="1">
                <a:solidFill>
                  <a:srgbClr val="004282"/>
                </a:solidFill>
                <a:latin typeface="Open Sans"/>
                <a:ea typeface="Open Sans"/>
                <a:cs typeface="Open Sans"/>
                <a:sym typeface="Open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15"/>
          <p:cNvSpPr txBox="1">
            <a:spLocks noGrp="1"/>
          </p:cNvSpPr>
          <p:nvPr>
            <p:ph type="body" idx="1"/>
          </p:nvPr>
        </p:nvSpPr>
        <p:spPr>
          <a:xfrm>
            <a:off x="415600" y="1826922"/>
            <a:ext cx="11360800" cy="4152967"/>
          </a:xfrm>
          <a:prstGeom prst="rect">
            <a:avLst/>
          </a:prstGeom>
          <a:noFill/>
          <a:ln>
            <a:noFill/>
          </a:ln>
        </p:spPr>
        <p:txBody>
          <a:bodyPr spcFirstLastPara="1" wrap="square" lIns="91425" tIns="91425" rIns="91425" bIns="91425" anchor="t" anchorCtr="0">
            <a:noAutofit/>
          </a:bodyPr>
          <a:lstStyle>
            <a:lvl1pPr marL="609585" lvl="0" indent="-474121" algn="l">
              <a:lnSpc>
                <a:spcPct val="115000"/>
              </a:lnSpc>
              <a:spcBef>
                <a:spcPts val="0"/>
              </a:spcBef>
              <a:spcAft>
                <a:spcPts val="0"/>
              </a:spcAft>
              <a:buClr>
                <a:srgbClr val="334052"/>
              </a:buClr>
              <a:buSzPts val="2000"/>
              <a:buFont typeface="Open Sans"/>
              <a:buChar char="●"/>
              <a:defRPr>
                <a:solidFill>
                  <a:srgbClr val="334052"/>
                </a:solidFill>
                <a:latin typeface="Open Sans"/>
                <a:ea typeface="Open Sans"/>
                <a:cs typeface="Open Sans"/>
                <a:sym typeface="Open Sans"/>
              </a:defRPr>
            </a:lvl1pPr>
            <a:lvl2pPr marL="1219170" lvl="1" indent="-474121" algn="l">
              <a:lnSpc>
                <a:spcPct val="115000"/>
              </a:lnSpc>
              <a:spcBef>
                <a:spcPts val="0"/>
              </a:spcBef>
              <a:spcAft>
                <a:spcPts val="0"/>
              </a:spcAft>
              <a:buClr>
                <a:srgbClr val="334052"/>
              </a:buClr>
              <a:buSzPts val="2000"/>
              <a:buFont typeface="Open Sans"/>
              <a:buChar char="○"/>
              <a:defRPr>
                <a:solidFill>
                  <a:srgbClr val="334052"/>
                </a:solidFill>
                <a:latin typeface="Open Sans"/>
                <a:ea typeface="Open Sans"/>
                <a:cs typeface="Open Sans"/>
                <a:sym typeface="Open Sans"/>
              </a:defRPr>
            </a:lvl2pPr>
            <a:lvl3pPr marL="1828754" lvl="2" indent="-474121" algn="l">
              <a:lnSpc>
                <a:spcPct val="115000"/>
              </a:lnSpc>
              <a:spcBef>
                <a:spcPts val="2133"/>
              </a:spcBef>
              <a:spcAft>
                <a:spcPts val="0"/>
              </a:spcAft>
              <a:buClr>
                <a:srgbClr val="334052"/>
              </a:buClr>
              <a:buSzPts val="2000"/>
              <a:buFont typeface="Open Sans"/>
              <a:buChar char="■"/>
              <a:defRPr>
                <a:solidFill>
                  <a:srgbClr val="334052"/>
                </a:solidFill>
                <a:latin typeface="Open Sans"/>
                <a:ea typeface="Open Sans"/>
                <a:cs typeface="Open Sans"/>
                <a:sym typeface="Open Sans"/>
              </a:defRPr>
            </a:lvl3pPr>
            <a:lvl4pPr marL="2438339" lvl="3" indent="-474121" algn="l">
              <a:lnSpc>
                <a:spcPct val="115000"/>
              </a:lnSpc>
              <a:spcBef>
                <a:spcPts val="2133"/>
              </a:spcBef>
              <a:spcAft>
                <a:spcPts val="0"/>
              </a:spcAft>
              <a:buClr>
                <a:srgbClr val="334052"/>
              </a:buClr>
              <a:buSzPts val="2000"/>
              <a:buFont typeface="Open Sans"/>
              <a:buChar char="●"/>
              <a:defRPr>
                <a:solidFill>
                  <a:srgbClr val="334052"/>
                </a:solidFill>
                <a:latin typeface="Open Sans"/>
                <a:ea typeface="Open Sans"/>
                <a:cs typeface="Open Sans"/>
                <a:sym typeface="Open Sans"/>
              </a:defRPr>
            </a:lvl4pPr>
            <a:lvl5pPr marL="3047924" lvl="4" indent="-474121" algn="l">
              <a:lnSpc>
                <a:spcPct val="115000"/>
              </a:lnSpc>
              <a:spcBef>
                <a:spcPts val="2133"/>
              </a:spcBef>
              <a:spcAft>
                <a:spcPts val="0"/>
              </a:spcAft>
              <a:buClr>
                <a:srgbClr val="334052"/>
              </a:buClr>
              <a:buSzPts val="2000"/>
              <a:buFont typeface="Open Sans"/>
              <a:buChar char="○"/>
              <a:defRPr>
                <a:solidFill>
                  <a:srgbClr val="334052"/>
                </a:solidFill>
                <a:latin typeface="Open Sans"/>
                <a:ea typeface="Open Sans"/>
                <a:cs typeface="Open Sans"/>
                <a:sym typeface="Open Sans"/>
              </a:defRPr>
            </a:lvl5pPr>
            <a:lvl6pPr marL="3657509" lvl="5" indent="-474121" algn="l">
              <a:lnSpc>
                <a:spcPct val="115000"/>
              </a:lnSpc>
              <a:spcBef>
                <a:spcPts val="2133"/>
              </a:spcBef>
              <a:spcAft>
                <a:spcPts val="0"/>
              </a:spcAft>
              <a:buClr>
                <a:srgbClr val="334052"/>
              </a:buClr>
              <a:buSzPts val="2000"/>
              <a:buFont typeface="Open Sans"/>
              <a:buChar char="■"/>
              <a:defRPr>
                <a:solidFill>
                  <a:srgbClr val="334052"/>
                </a:solidFill>
                <a:latin typeface="Open Sans"/>
                <a:ea typeface="Open Sans"/>
                <a:cs typeface="Open Sans"/>
                <a:sym typeface="Open Sans"/>
              </a:defRPr>
            </a:lvl6pPr>
            <a:lvl7pPr marL="4267093" lvl="6" indent="-474121" algn="l">
              <a:lnSpc>
                <a:spcPct val="115000"/>
              </a:lnSpc>
              <a:spcBef>
                <a:spcPts val="2133"/>
              </a:spcBef>
              <a:spcAft>
                <a:spcPts val="0"/>
              </a:spcAft>
              <a:buClr>
                <a:srgbClr val="334052"/>
              </a:buClr>
              <a:buSzPts val="2000"/>
              <a:buFont typeface="Open Sans"/>
              <a:buChar char="●"/>
              <a:defRPr>
                <a:solidFill>
                  <a:srgbClr val="334052"/>
                </a:solidFill>
                <a:latin typeface="Open Sans"/>
                <a:ea typeface="Open Sans"/>
                <a:cs typeface="Open Sans"/>
                <a:sym typeface="Open Sans"/>
              </a:defRPr>
            </a:lvl7pPr>
            <a:lvl8pPr marL="4876678" lvl="7" indent="-474121" algn="l">
              <a:lnSpc>
                <a:spcPct val="115000"/>
              </a:lnSpc>
              <a:spcBef>
                <a:spcPts val="2133"/>
              </a:spcBef>
              <a:spcAft>
                <a:spcPts val="0"/>
              </a:spcAft>
              <a:buClr>
                <a:srgbClr val="334052"/>
              </a:buClr>
              <a:buSzPts val="2000"/>
              <a:buFont typeface="Open Sans"/>
              <a:buChar char="○"/>
              <a:defRPr>
                <a:solidFill>
                  <a:srgbClr val="334052"/>
                </a:solidFill>
                <a:latin typeface="Open Sans"/>
                <a:ea typeface="Open Sans"/>
                <a:cs typeface="Open Sans"/>
                <a:sym typeface="Open Sans"/>
              </a:defRPr>
            </a:lvl8pPr>
            <a:lvl9pPr marL="5486263" lvl="8" indent="-474121" algn="l">
              <a:lnSpc>
                <a:spcPct val="115000"/>
              </a:lnSpc>
              <a:spcBef>
                <a:spcPts val="2133"/>
              </a:spcBef>
              <a:spcAft>
                <a:spcPts val="2133"/>
              </a:spcAft>
              <a:buClr>
                <a:srgbClr val="334052"/>
              </a:buClr>
              <a:buSzPts val="2000"/>
              <a:buFont typeface="Open Sans"/>
              <a:buChar char="■"/>
              <a:defRPr>
                <a:solidFill>
                  <a:srgbClr val="334052"/>
                </a:solidFill>
                <a:latin typeface="Open Sans"/>
                <a:ea typeface="Open Sans"/>
                <a:cs typeface="Open Sans"/>
                <a:sym typeface="Open Sans"/>
              </a:defRPr>
            </a:lvl9pPr>
          </a:lstStyle>
          <a:p>
            <a:endParaRPr/>
          </a:p>
        </p:txBody>
      </p:sp>
      <p:sp>
        <p:nvSpPr>
          <p:cNvPr id="18" name="Google Shape;18;p1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397697598"/>
      </p:ext>
    </p:extLst>
  </p:cSld>
  <p:clrMapOvr>
    <a:masterClrMapping/>
  </p:clrMapOvr>
  <p:extLst>
    <p:ext uri="{DCECCB84-F9BA-43D5-87BE-67443E8EF086}">
      <p15:sldGuideLst xmlns:p15="http://schemas.microsoft.com/office/powerpoint/2012/main">
        <p15:guide id="1" orient="horz" pos="468">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106E9DB-266A-DC4C-81FD-63DDDAA346DC}"/>
              </a:ext>
            </a:extLst>
          </p:cNvPr>
          <p:cNvSpPr>
            <a:spLocks noGrp="1"/>
          </p:cNvSpPr>
          <p:nvPr>
            <p:ph type="sldNum" sz="quarter" idx="12"/>
          </p:nvPr>
        </p:nvSpPr>
        <p:spPr/>
        <p:txBody>
          <a:bodyPr/>
          <a:lstStyle/>
          <a:p>
            <a:fld id="{BECF63ED-5365-0347-943C-46237B9951C9}" type="slidenum">
              <a:rPr lang="en-US" smtClean="0"/>
              <a:t>‹#›</a:t>
            </a:fld>
            <a:endParaRPr lang="en-US" dirty="0"/>
          </a:p>
        </p:txBody>
      </p:sp>
      <p:sp>
        <p:nvSpPr>
          <p:cNvPr id="2" name="Title 1">
            <a:extLst>
              <a:ext uri="{FF2B5EF4-FFF2-40B4-BE49-F238E27FC236}">
                <a16:creationId xmlns:a16="http://schemas.microsoft.com/office/drawing/2014/main" id="{C130FE17-69E8-9440-A7AF-AC1659EDF6B9}"/>
              </a:ext>
            </a:extLst>
          </p:cNvPr>
          <p:cNvSpPr>
            <a:spLocks noGrp="1"/>
          </p:cNvSpPr>
          <p:nvPr>
            <p:ph type="title"/>
          </p:nvPr>
        </p:nvSpPr>
        <p:spPr>
          <a:xfrm>
            <a:off x="426720" y="365760"/>
            <a:ext cx="11338560" cy="548640"/>
          </a:xfrm>
        </p:spPr>
        <p:txBody>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4548D53F-9797-B141-B5E7-AB9CB133F5B0}"/>
              </a:ext>
            </a:extLst>
          </p:cNvPr>
          <p:cNvSpPr>
            <a:spLocks noGrp="1"/>
          </p:cNvSpPr>
          <p:nvPr>
            <p:ph type="ftr" sz="quarter" idx="11"/>
          </p:nvPr>
        </p:nvSpPr>
        <p:spPr>
          <a:xfrm>
            <a:off x="2757714" y="6400800"/>
            <a:ext cx="6676572" cy="182880"/>
          </a:xfrm>
        </p:spPr>
        <p:txBody>
          <a:bodyPr>
            <a:noAutofit/>
          </a:bodyPr>
          <a:lstStyle/>
          <a:p>
            <a:endParaRPr lang="en-US" dirty="0"/>
          </a:p>
        </p:txBody>
      </p:sp>
      <p:sp>
        <p:nvSpPr>
          <p:cNvPr id="8" name="Text Placeholder 3">
            <a:extLst>
              <a:ext uri="{FF2B5EF4-FFF2-40B4-BE49-F238E27FC236}">
                <a16:creationId xmlns:a16="http://schemas.microsoft.com/office/drawing/2014/main" id="{88645891-6D11-5C16-6282-CD626231A785}"/>
              </a:ext>
            </a:extLst>
          </p:cNvPr>
          <p:cNvSpPr>
            <a:spLocks noGrp="1"/>
          </p:cNvSpPr>
          <p:nvPr>
            <p:ph idx="1"/>
          </p:nvPr>
        </p:nvSpPr>
        <p:spPr>
          <a:xfrm>
            <a:off x="426720" y="1371600"/>
            <a:ext cx="11338560" cy="4572000"/>
          </a:xfrm>
          <a:prstGeom prst="rect">
            <a:avLst/>
          </a:prstGeom>
        </p:spPr>
        <p:txBody>
          <a:bodyPr vert="horz" lIns="91440" tIns="45720" rIns="91440" bIns="45720" rtlCol="0">
            <a:noAutofit/>
          </a:bodyPr>
          <a:lstStyle>
            <a:lvl2pPr>
              <a:lnSpc>
                <a:spcPts val="2000"/>
              </a:lnSpc>
              <a:defRPr sz="1800"/>
            </a:lvl2pPr>
            <a:lvl4pPr marL="914400" indent="-173038">
              <a:defRPr/>
            </a:lvl4pPr>
            <a:lvl5pPr marL="1033463" indent="-123825">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close up of a sign&#10;&#10;Description automatically generated">
            <a:extLst>
              <a:ext uri="{FF2B5EF4-FFF2-40B4-BE49-F238E27FC236}">
                <a16:creationId xmlns:a16="http://schemas.microsoft.com/office/drawing/2014/main" id="{3832E369-52F0-D331-A851-630C3250AC9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5747" y="6124084"/>
            <a:ext cx="2465408" cy="732930"/>
          </a:xfrm>
          <a:prstGeom prst="rect">
            <a:avLst/>
          </a:prstGeom>
        </p:spPr>
      </p:pic>
    </p:spTree>
    <p:extLst>
      <p:ext uri="{BB962C8B-B14F-4D97-AF65-F5344CB8AC3E}">
        <p14:creationId xmlns:p14="http://schemas.microsoft.com/office/powerpoint/2010/main" val="7742695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pic>
        <p:nvPicPr>
          <p:cNvPr id="4" name="Picture 3" descr="A close up of a sign&#10;&#10;Description automatically generated">
            <a:extLst>
              <a:ext uri="{FF2B5EF4-FFF2-40B4-BE49-F238E27FC236}">
                <a16:creationId xmlns:a16="http://schemas.microsoft.com/office/drawing/2014/main" id="{B38E3F42-A06F-ABB8-BDE3-A6AA75E270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16748"/>
            <a:ext cx="12192000" cy="3624504"/>
          </a:xfrm>
          <a:prstGeom prst="rect">
            <a:avLst/>
          </a:prstGeom>
        </p:spPr>
      </p:pic>
      <p:sp>
        <p:nvSpPr>
          <p:cNvPr id="5" name="Title 1">
            <a:extLst>
              <a:ext uri="{FF2B5EF4-FFF2-40B4-BE49-F238E27FC236}">
                <a16:creationId xmlns:a16="http://schemas.microsoft.com/office/drawing/2014/main" id="{69676318-E706-F4B5-8D75-69B5D909EF5F}"/>
              </a:ext>
            </a:extLst>
          </p:cNvPr>
          <p:cNvSpPr>
            <a:spLocks noGrp="1"/>
          </p:cNvSpPr>
          <p:nvPr>
            <p:ph type="title" hasCustomPrompt="1"/>
          </p:nvPr>
        </p:nvSpPr>
        <p:spPr>
          <a:xfrm>
            <a:off x="1998134" y="4621161"/>
            <a:ext cx="8195733" cy="838200"/>
          </a:xfrm>
          <a:prstGeom prst="rect">
            <a:avLst/>
          </a:prstGeom>
        </p:spPr>
        <p:txBody>
          <a:bodyPr anchor="t" anchorCtr="0">
            <a:noAutofit/>
          </a:bodyPr>
          <a:lstStyle>
            <a:lvl1pPr algn="ctr">
              <a:defRPr sz="2800" b="0" cap="none" baseline="0">
                <a:solidFill>
                  <a:schemeClr val="bg1">
                    <a:lumMod val="50000"/>
                  </a:schemeClr>
                </a:solidFill>
                <a:effectLst/>
                <a:latin typeface="Arial"/>
                <a:cs typeface="Arial"/>
              </a:defRPr>
            </a:lvl1pPr>
          </a:lstStyle>
          <a:p>
            <a:r>
              <a:rPr lang="en-US" dirty="0"/>
              <a:t>Title Master</a:t>
            </a:r>
          </a:p>
        </p:txBody>
      </p:sp>
    </p:spTree>
    <p:extLst>
      <p:ext uri="{BB962C8B-B14F-4D97-AF65-F5344CB8AC3E}">
        <p14:creationId xmlns:p14="http://schemas.microsoft.com/office/powerpoint/2010/main" val="36847102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04283"/>
                </a:solidFill>
                <a:latin typeface="Arial"/>
                <a:cs typeface="Arial"/>
              </a:defRPr>
            </a:lvl1pPr>
          </a:lstStyle>
          <a:p>
            <a:endParaRPr/>
          </a:p>
        </p:txBody>
      </p:sp>
      <p:sp>
        <p:nvSpPr>
          <p:cNvPr id="3" name="Holder 3"/>
          <p:cNvSpPr>
            <a:spLocks noGrp="1"/>
          </p:cNvSpPr>
          <p:nvPr>
            <p:ph sz="half" idx="2"/>
          </p:nvPr>
        </p:nvSpPr>
        <p:spPr>
          <a:xfrm>
            <a:off x="397256" y="1352804"/>
            <a:ext cx="5099685" cy="3439795"/>
          </a:xfrm>
          <a:prstGeom prst="rect">
            <a:avLst/>
          </a:prstGeom>
        </p:spPr>
        <p:txBody>
          <a:bodyPr wrap="square" lIns="0" tIns="0" rIns="0" bIns="0">
            <a:spAutoFit/>
          </a:bodyPr>
          <a:lstStyle>
            <a:lvl1pPr>
              <a:defRPr sz="1600" b="0" i="0">
                <a:solidFill>
                  <a:srgbClr val="1E1C11"/>
                </a:solidFill>
                <a:latin typeface="Arial"/>
                <a:cs typeface="Arial"/>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7/31/26</a:t>
            </a:fld>
            <a:endParaRPr lang="en-US"/>
          </a:p>
        </p:txBody>
      </p:sp>
      <p:sp>
        <p:nvSpPr>
          <p:cNvPr id="7" name="Holder 7"/>
          <p:cNvSpPr>
            <a:spLocks noGrp="1"/>
          </p:cNvSpPr>
          <p:nvPr>
            <p:ph type="sldNum" sz="quarter" idx="7"/>
          </p:nvPr>
        </p:nvSpPr>
        <p:spPr/>
        <p:txBody>
          <a:bodyPr lIns="0" tIns="0" rIns="0" bIns="0"/>
          <a:lstStyle>
            <a:lvl1pPr>
              <a:defRPr sz="1200" b="0" i="0">
                <a:solidFill>
                  <a:srgbClr val="1F487C"/>
                </a:solidFill>
                <a:latin typeface="Arial"/>
                <a:cs typeface="Arial"/>
              </a:defRPr>
            </a:lvl1pPr>
          </a:lstStyle>
          <a:p>
            <a:pPr marL="80645">
              <a:lnSpc>
                <a:spcPts val="1425"/>
              </a:lnSpc>
            </a:pPr>
            <a:fld id="{81D60167-4931-47E6-BA6A-407CBD079E47}" type="slidenum">
              <a:rPr spc="-50" dirty="0"/>
              <a:t>‹#›</a:t>
            </a:fld>
            <a:endParaRPr spc="-50" dirty="0"/>
          </a:p>
        </p:txBody>
      </p:sp>
    </p:spTree>
    <p:extLst>
      <p:ext uri="{BB962C8B-B14F-4D97-AF65-F5344CB8AC3E}">
        <p14:creationId xmlns:p14="http://schemas.microsoft.com/office/powerpoint/2010/main" val="32421310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image" Target="../media/image2.png"/><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A close up of a sign&#10;&#10;Description automatically generated">
            <a:extLst>
              <a:ext uri="{FF2B5EF4-FFF2-40B4-BE49-F238E27FC236}">
                <a16:creationId xmlns:a16="http://schemas.microsoft.com/office/drawing/2014/main" id="{B4268A2A-08D9-4EB7-800F-3189127D599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1616748"/>
            <a:ext cx="12192000" cy="3624504"/>
          </a:xfrm>
          <a:prstGeom prst="rect">
            <a:avLst/>
          </a:prstGeom>
        </p:spPr>
      </p:pic>
    </p:spTree>
    <p:extLst>
      <p:ext uri="{BB962C8B-B14F-4D97-AF65-F5344CB8AC3E}">
        <p14:creationId xmlns:p14="http://schemas.microsoft.com/office/powerpoint/2010/main" val="821364551"/>
      </p:ext>
    </p:extLst>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88275"/>
            <a:ext cx="10972800" cy="8113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09600" y="1199634"/>
            <a:ext cx="10972800" cy="379907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t"/>
          <a:lstStyle>
            <a:lvl1pPr algn="ctr">
              <a:defRPr sz="1000">
                <a:solidFill>
                  <a:schemeClr val="tx2"/>
                </a:solidFill>
              </a:defRPr>
            </a:lvl1pPr>
          </a:lstStyle>
          <a:p>
            <a:r>
              <a:rPr lang="en-US" dirty="0">
                <a:solidFill>
                  <a:srgbClr val="1F497D"/>
                </a:solidFill>
              </a:rPr>
              <a:t>(#)</a:t>
            </a:r>
          </a:p>
        </p:txBody>
      </p:sp>
      <p:pic>
        <p:nvPicPr>
          <p:cNvPr id="6" name="Picture 5" descr="A close up of a sign&#10;&#10;Description automatically generated">
            <a:extLst>
              <a:ext uri="{FF2B5EF4-FFF2-40B4-BE49-F238E27FC236}">
                <a16:creationId xmlns:a16="http://schemas.microsoft.com/office/drawing/2014/main" id="{C4367302-18AD-44F9-B43A-24490776962B}"/>
              </a:ext>
            </a:extLst>
          </p:cNvPr>
          <p:cNvPicPr>
            <a:picLocks noChangeAspect="1"/>
          </p:cNvPicPr>
          <p:nvPr userDrawn="1"/>
        </p:nvPicPr>
        <p:blipFill>
          <a:blip r:embed="rId19" cstate="email">
            <a:extLst>
              <a:ext uri="{28A0092B-C50C-407E-A947-70E740481C1C}">
                <a14:useLocalDpi xmlns:a14="http://schemas.microsoft.com/office/drawing/2010/main"/>
              </a:ext>
            </a:extLst>
          </a:blip>
          <a:stretch>
            <a:fillRect/>
          </a:stretch>
        </p:blipFill>
        <p:spPr>
          <a:xfrm>
            <a:off x="115747" y="6124084"/>
            <a:ext cx="2465408" cy="732930"/>
          </a:xfrm>
          <a:prstGeom prst="rect">
            <a:avLst/>
          </a:prstGeom>
        </p:spPr>
      </p:pic>
    </p:spTree>
    <p:extLst>
      <p:ext uri="{BB962C8B-B14F-4D97-AF65-F5344CB8AC3E}">
        <p14:creationId xmlns:p14="http://schemas.microsoft.com/office/powerpoint/2010/main" val="3480718756"/>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95" r:id="rId10"/>
    <p:sldLayoutId id="2147483696" r:id="rId11"/>
    <p:sldLayoutId id="2147483697" r:id="rId12"/>
    <p:sldLayoutId id="2147483699" r:id="rId13"/>
    <p:sldLayoutId id="2147483700" r:id="rId14"/>
    <p:sldLayoutId id="2147483709" r:id="rId15"/>
    <p:sldLayoutId id="2147483714" r:id="rId16"/>
    <p:sldLayoutId id="2147483715" r:id="rId17"/>
  </p:sldLayoutIdLst>
  <p:hf hdr="0" ftr="0" dt="0"/>
  <p:txStyles>
    <p:titleStyle>
      <a:lvl1pPr algn="l" defTabSz="457200" rtl="0" eaLnBrk="1" latinLnBrk="0" hangingPunct="1">
        <a:lnSpc>
          <a:spcPct val="80000"/>
        </a:lnSpc>
        <a:spcBef>
          <a:spcPct val="0"/>
        </a:spcBef>
        <a:buNone/>
        <a:defRPr sz="3200" b="1" kern="1200" cap="all">
          <a:solidFill>
            <a:srgbClr val="004383"/>
          </a:solidFill>
          <a:effectLst/>
          <a:latin typeface="+mj-lt"/>
          <a:ea typeface="+mj-ea"/>
          <a:cs typeface="+mj-cs"/>
        </a:defRPr>
      </a:lvl1pPr>
    </p:titleStyle>
    <p:bodyStyle>
      <a:lvl1pPr marL="342900" indent="-342900" algn="l" defTabSz="457200" rtl="0" eaLnBrk="1" latinLnBrk="0" hangingPunct="1">
        <a:spcBef>
          <a:spcPct val="20000"/>
        </a:spcBef>
        <a:buClr>
          <a:schemeClr val="tx2"/>
        </a:buClr>
        <a:buFont typeface="Arial"/>
        <a:buChar char="•"/>
        <a:defRPr sz="3200" kern="1200">
          <a:solidFill>
            <a:schemeClr val="bg1">
              <a:lumMod val="50000"/>
            </a:schemeClr>
          </a:solidFill>
          <a:latin typeface="+mn-lt"/>
          <a:ea typeface="+mn-ea"/>
          <a:cs typeface="+mn-cs"/>
        </a:defRPr>
      </a:lvl1pPr>
      <a:lvl2pPr marL="742950" indent="-285750" algn="l" defTabSz="457200" rtl="0" eaLnBrk="1" latinLnBrk="0" hangingPunct="1">
        <a:spcBef>
          <a:spcPct val="20000"/>
        </a:spcBef>
        <a:buClr>
          <a:schemeClr val="tx2"/>
        </a:buClr>
        <a:buFont typeface="Arial"/>
        <a:buChar char="–"/>
        <a:defRPr sz="2800" kern="1200">
          <a:solidFill>
            <a:schemeClr val="bg1">
              <a:lumMod val="50000"/>
            </a:schemeClr>
          </a:solidFill>
          <a:latin typeface="+mn-lt"/>
          <a:ea typeface="+mn-ea"/>
          <a:cs typeface="+mn-cs"/>
        </a:defRPr>
      </a:lvl2pPr>
      <a:lvl3pPr marL="1143000" indent="-228600" algn="l" defTabSz="457200" rtl="0" eaLnBrk="1" latinLnBrk="0" hangingPunct="1">
        <a:spcBef>
          <a:spcPct val="20000"/>
        </a:spcBef>
        <a:buClr>
          <a:schemeClr val="tx2"/>
        </a:buClr>
        <a:buFont typeface="Arial"/>
        <a:buChar char="•"/>
        <a:defRPr sz="2400" kern="1200">
          <a:solidFill>
            <a:schemeClr val="bg1">
              <a:lumMod val="50000"/>
            </a:schemeClr>
          </a:solidFill>
          <a:latin typeface="+mn-lt"/>
          <a:ea typeface="+mn-ea"/>
          <a:cs typeface="+mn-cs"/>
        </a:defRPr>
      </a:lvl3pPr>
      <a:lvl4pPr marL="1600200" indent="-228600" algn="l" defTabSz="457200" rtl="0" eaLnBrk="1" latinLnBrk="0" hangingPunct="1">
        <a:spcBef>
          <a:spcPct val="20000"/>
        </a:spcBef>
        <a:buClr>
          <a:schemeClr val="tx2"/>
        </a:buClr>
        <a:buFont typeface="Arial"/>
        <a:buChar char="–"/>
        <a:defRPr sz="2000" kern="1200">
          <a:solidFill>
            <a:schemeClr val="bg1">
              <a:lumMod val="50000"/>
            </a:schemeClr>
          </a:solidFill>
          <a:latin typeface="+mn-lt"/>
          <a:ea typeface="+mn-ea"/>
          <a:cs typeface="+mn-cs"/>
        </a:defRPr>
      </a:lvl4pPr>
      <a:lvl5pPr marL="2057400" indent="-228600" algn="l" defTabSz="457200" rtl="0" eaLnBrk="1" latinLnBrk="0" hangingPunct="1">
        <a:spcBef>
          <a:spcPct val="20000"/>
        </a:spcBef>
        <a:buClr>
          <a:schemeClr val="tx2"/>
        </a:buClr>
        <a:buFont typeface="Arial"/>
        <a:buChar char="»"/>
        <a:defRPr sz="2000" kern="1200">
          <a:solidFill>
            <a:schemeClr val="bg1">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7.pn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13" Type="http://schemas.openxmlformats.org/officeDocument/2006/relationships/image" Target="../media/image16.png"/><Relationship Id="rId18" Type="http://schemas.openxmlformats.org/officeDocument/2006/relationships/hyperlink" Target="https://www.niem.gov/" TargetMode="External"/><Relationship Id="rId26" Type="http://schemas.openxmlformats.org/officeDocument/2006/relationships/hyperlink" Target="https://lists.oasis-open-projects.org/g/niemopen" TargetMode="External"/><Relationship Id="rId3" Type="http://schemas.openxmlformats.org/officeDocument/2006/relationships/hyperlink" Target="https://niemopen.slack.com/?redir=%2Fgantry%2Fauth%3Fapp%3Dclient%26lc%3D1683201626%26return_to%3D%252Fclient%252FT03UDR5ANG6%252FC03ULAE89DZ%26teams%3D" TargetMode="External"/><Relationship Id="rId21" Type="http://schemas.openxmlformats.org/officeDocument/2006/relationships/hyperlink" Target="https://github.com/niemopen/ntac-admin" TargetMode="External"/><Relationship Id="rId34" Type="http://schemas.openxmlformats.org/officeDocument/2006/relationships/image" Target="../media/image18.png"/><Relationship Id="rId7" Type="http://schemas.openxmlformats.org/officeDocument/2006/relationships/image" Target="../media/image2.png"/><Relationship Id="rId12" Type="http://schemas.openxmlformats.org/officeDocument/2006/relationships/hyperlink" Target="https://twitter.com/NIEMconnects?ref_src=twsrc%5Etfw" TargetMode="External"/><Relationship Id="rId17" Type="http://schemas.openxmlformats.org/officeDocument/2006/relationships/hyperlink" Target="mailto:https://sourceforge.net/projects/niem-mep-builder/" TargetMode="External"/><Relationship Id="rId25" Type="http://schemas.openxmlformats.org/officeDocument/2006/relationships/hyperlink" Target="https://niemopen.slack.com/" TargetMode="External"/><Relationship Id="rId33" Type="http://schemas.openxmlformats.org/officeDocument/2006/relationships/hyperlink" Target="https://www.niem.gov/about-niem/message-exchange-package-mep-registry-repository" TargetMode="External"/><Relationship Id="rId2" Type="http://schemas.openxmlformats.org/officeDocument/2006/relationships/notesSlide" Target="../notesSlides/notesSlide6.xml"/><Relationship Id="rId16" Type="http://schemas.openxmlformats.org/officeDocument/2006/relationships/hyperlink" Target="https://www.youtube.com/channel/UCg9qV22PXLBjG41hc-EwVrQ" TargetMode="External"/><Relationship Id="rId20" Type="http://schemas.openxmlformats.org/officeDocument/2006/relationships/hyperlink" Target="https://wmaafip.js.mil/Account/Login?ReturnUrl=%2F" TargetMode="External"/><Relationship Id="rId29" Type="http://schemas.openxmlformats.org/officeDocument/2006/relationships/hyperlink" Target="https://lists.oasis-open-projects.org/g/niemopen-nbactsc" TargetMode="External"/><Relationship Id="rId1" Type="http://schemas.openxmlformats.org/officeDocument/2006/relationships/slideLayout" Target="../slideLayouts/slideLayout7.xml"/><Relationship Id="rId6" Type="http://schemas.openxmlformats.org/officeDocument/2006/relationships/image" Target="../media/image13.jpeg"/><Relationship Id="rId11" Type="http://schemas.openxmlformats.org/officeDocument/2006/relationships/image" Target="../media/image15.png"/><Relationship Id="rId24" Type="http://schemas.openxmlformats.org/officeDocument/2006/relationships/hyperlink" Target="https://github.com/niemopen/nmo-training" TargetMode="External"/><Relationship Id="rId32" Type="http://schemas.openxmlformats.org/officeDocument/2006/relationships/hyperlink" Target="mailto:beth.l.smalley.civ@mail.mil" TargetMode="External"/><Relationship Id="rId5" Type="http://schemas.openxmlformats.org/officeDocument/2006/relationships/hyperlink" Target="https://www.oasis-open.org/" TargetMode="External"/><Relationship Id="rId15" Type="http://schemas.openxmlformats.org/officeDocument/2006/relationships/image" Target="../media/image17.png"/><Relationship Id="rId23" Type="http://schemas.openxmlformats.org/officeDocument/2006/relationships/hyperlink" Target="https://github.com/niemopen/nmo-admin" TargetMode="External"/><Relationship Id="rId28" Type="http://schemas.openxmlformats.org/officeDocument/2006/relationships/hyperlink" Target="https://lists.oasis-open-projects.org/g/niemopen-ntactsc" TargetMode="External"/><Relationship Id="rId10" Type="http://schemas.openxmlformats.org/officeDocument/2006/relationships/hyperlink" Target="https://oasis-open.atlassian.net/wiki/spaces/NIEM/overview" TargetMode="External"/><Relationship Id="rId19" Type="http://schemas.openxmlformats.org/officeDocument/2006/relationships/hyperlink" Target="https://niemopen.org/" TargetMode="External"/><Relationship Id="rId31" Type="http://schemas.openxmlformats.org/officeDocument/2006/relationships/hyperlink" Target="mailto:akatherine.b.escobar.civ@mail.mil" TargetMode="External"/><Relationship Id="rId4" Type="http://schemas.openxmlformats.org/officeDocument/2006/relationships/image" Target="../media/image12.png"/><Relationship Id="rId9" Type="http://schemas.openxmlformats.org/officeDocument/2006/relationships/image" Target="../media/image14.png"/><Relationship Id="rId14" Type="http://schemas.openxmlformats.org/officeDocument/2006/relationships/hyperlink" Target="https://www.linkedin.com/groups/1903175/profile" TargetMode="External"/><Relationship Id="rId22" Type="http://schemas.openxmlformats.org/officeDocument/2006/relationships/hyperlink" Target="https://github.com/niemopen/nbac-admin" TargetMode="External"/><Relationship Id="rId27" Type="http://schemas.openxmlformats.org/officeDocument/2006/relationships/hyperlink" Target="https://lists.oasis-open-projects.org/g/niemopen-pgb" TargetMode="External"/><Relationship Id="rId30" Type="http://schemas.openxmlformats.org/officeDocument/2006/relationships/hyperlink" Target="https://lists.oasis-open-projects.org/g/niemopen-nmotsc" TargetMode="External"/><Relationship Id="rId8" Type="http://schemas.openxmlformats.org/officeDocument/2006/relationships/hyperlink" Target="https://github.com/niemop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p:cNvSpPr/>
          <p:nvPr/>
        </p:nvSpPr>
        <p:spPr>
          <a:xfrm>
            <a:off x="3258104" y="4132470"/>
            <a:ext cx="8933895" cy="1446550"/>
          </a:xfrm>
          <a:prstGeom prst="rect">
            <a:avLst/>
          </a:prstGeom>
        </p:spPr>
        <p:txBody>
          <a:bodyPr wrap="square">
            <a:spAutoFit/>
          </a:bodyPr>
          <a:lstStyle/>
          <a:p>
            <a:pPr lvl="0" algn="ctr" defTabSz="457200">
              <a:defRPr/>
            </a:pPr>
            <a:r>
              <a:rPr kumimoji="0" lang="en-US" sz="4400" b="1" i="0" u="none" strike="noStrike" kern="1200" cap="none" spc="0" normalizeH="0" noProof="0" dirty="0">
                <a:ln>
                  <a:noFill/>
                </a:ln>
                <a:solidFill>
                  <a:srgbClr val="005170"/>
                </a:solidFill>
                <a:effectLst/>
                <a:uLnTx/>
                <a:uFillTx/>
                <a:latin typeface="Bahnschrift" panose="020B0502040204020203" pitchFamily="34" charset="0"/>
                <a:ea typeface="+mn-ea"/>
                <a:cs typeface="+mn-cs"/>
              </a:rPr>
              <a:t>NBAC</a:t>
            </a:r>
          </a:p>
          <a:p>
            <a:pPr lvl="0" algn="ctr" defTabSz="457200">
              <a:defRPr/>
            </a:pPr>
            <a:r>
              <a:rPr lang="en-US" sz="4400" b="1" dirty="0">
                <a:solidFill>
                  <a:srgbClr val="005170"/>
                </a:solidFill>
                <a:latin typeface="Bahnschrift" panose="020B0502040204020203" pitchFamily="34" charset="0"/>
              </a:rPr>
              <a:t>July 30</a:t>
            </a:r>
            <a:r>
              <a:rPr lang="en-US" sz="4400" b="1" baseline="0" dirty="0">
                <a:solidFill>
                  <a:srgbClr val="005170"/>
                </a:solidFill>
                <a:latin typeface="Bahnschrift" panose="020B0502040204020203" pitchFamily="34" charset="0"/>
              </a:rPr>
              <a:t>, 2026</a:t>
            </a:r>
            <a:endParaRPr kumimoji="0" lang="en-US" sz="2800" i="0" u="none" strike="noStrike" kern="1200" cap="none" spc="0" normalizeH="0" baseline="0" noProof="0" dirty="0">
              <a:ln>
                <a:noFill/>
              </a:ln>
              <a:solidFill>
                <a:srgbClr val="FF0000"/>
              </a:solidFill>
              <a:effectLst/>
              <a:uLnTx/>
              <a:uFillTx/>
              <a:latin typeface="Arial"/>
              <a:ea typeface="+mn-ea"/>
              <a:cs typeface="+mn-cs"/>
            </a:endParaRPr>
          </a:p>
        </p:txBody>
      </p:sp>
      <p:sp>
        <p:nvSpPr>
          <p:cNvPr id="7" name="TextBox 6">
            <a:extLst>
              <a:ext uri="{FF2B5EF4-FFF2-40B4-BE49-F238E27FC236}">
                <a16:creationId xmlns:a16="http://schemas.microsoft.com/office/drawing/2014/main" id="{B7DE24B3-F692-A5C3-64FD-7892B777CB99}"/>
              </a:ext>
            </a:extLst>
          </p:cNvPr>
          <p:cNvSpPr txBox="1"/>
          <p:nvPr/>
        </p:nvSpPr>
        <p:spPr>
          <a:xfrm>
            <a:off x="1333500" y="5667920"/>
            <a:ext cx="9867900" cy="707886"/>
          </a:xfrm>
          <a:prstGeom prst="rect">
            <a:avLst/>
          </a:prstGeom>
          <a:noFill/>
        </p:spPr>
        <p:txBody>
          <a:bodyPr wrap="square" rtlCol="0">
            <a:spAutoFit/>
          </a:bodyPr>
          <a:lstStyle/>
          <a:p>
            <a:r>
              <a:rPr lang="en-US" sz="2000" b="1" dirty="0"/>
              <a:t>Co-Chairs:</a:t>
            </a:r>
          </a:p>
          <a:p>
            <a:r>
              <a:rPr lang="en-US" sz="2000" b="1" dirty="0"/>
              <a:t>Kamran Atri                                    Thomas Krul                                  Paul Wormeli</a:t>
            </a:r>
          </a:p>
        </p:txBody>
      </p:sp>
    </p:spTree>
    <p:extLst>
      <p:ext uri="{BB962C8B-B14F-4D97-AF65-F5344CB8AC3E}">
        <p14:creationId xmlns:p14="http://schemas.microsoft.com/office/powerpoint/2010/main" val="1164405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49D6F8-42BF-9D37-38E3-58ED87A538DC}"/>
              </a:ext>
            </a:extLst>
          </p:cNvPr>
          <p:cNvSpPr txBox="1"/>
          <p:nvPr/>
        </p:nvSpPr>
        <p:spPr>
          <a:xfrm>
            <a:off x="76200" y="1143000"/>
            <a:ext cx="6858000" cy="4431983"/>
          </a:xfrm>
          <a:prstGeom prst="rect">
            <a:avLst/>
          </a:prstGeom>
          <a:noFill/>
        </p:spPr>
        <p:txBody>
          <a:bodyPr wrap="square" rtlCol="0">
            <a:spAutoFit/>
          </a:bodyPr>
          <a:lstStyle/>
          <a:p>
            <a:r>
              <a:rPr lang="en-US" sz="4800" dirty="0">
                <a:solidFill>
                  <a:srgbClr val="000000"/>
                </a:solidFill>
                <a:latin typeface="+mj-lt"/>
              </a:rPr>
              <a:t>NIEMOpen is:</a:t>
            </a:r>
          </a:p>
          <a:p>
            <a:endParaRPr lang="en-US" dirty="0">
              <a:solidFill>
                <a:srgbClr val="000000"/>
              </a:solidFill>
              <a:latin typeface="+mj-lt"/>
            </a:endParaRPr>
          </a:p>
          <a:p>
            <a:pPr algn="ctr"/>
            <a:r>
              <a:rPr lang="en-US" sz="3600" dirty="0">
                <a:solidFill>
                  <a:srgbClr val="000000"/>
                </a:solidFill>
              </a:rPr>
              <a:t>An open source framework </a:t>
            </a:r>
          </a:p>
          <a:p>
            <a:pPr algn="ctr"/>
            <a:r>
              <a:rPr lang="en-US" sz="3600" dirty="0">
                <a:solidFill>
                  <a:srgbClr val="000000"/>
                </a:solidFill>
              </a:rPr>
              <a:t>for building a consensus on </a:t>
            </a:r>
          </a:p>
          <a:p>
            <a:pPr algn="ctr"/>
            <a:r>
              <a:rPr lang="en-US" sz="3600" dirty="0">
                <a:solidFill>
                  <a:srgbClr val="000000"/>
                </a:solidFill>
              </a:rPr>
              <a:t>data standards that facilitate </a:t>
            </a:r>
          </a:p>
          <a:p>
            <a:pPr algn="ctr"/>
            <a:r>
              <a:rPr lang="en-US" sz="3600" dirty="0">
                <a:solidFill>
                  <a:srgbClr val="000000"/>
                </a:solidFill>
              </a:rPr>
              <a:t>information sharing </a:t>
            </a:r>
          </a:p>
          <a:p>
            <a:pPr algn="ctr"/>
            <a:r>
              <a:rPr lang="en-US" sz="3600" dirty="0">
                <a:solidFill>
                  <a:srgbClr val="000000"/>
                </a:solidFill>
              </a:rPr>
              <a:t>across domains </a:t>
            </a:r>
          </a:p>
          <a:p>
            <a:pPr algn="ctr"/>
            <a:r>
              <a:rPr lang="en-US" sz="3600" dirty="0">
                <a:solidFill>
                  <a:srgbClr val="000000"/>
                </a:solidFill>
              </a:rPr>
              <a:t>and internationally</a:t>
            </a:r>
          </a:p>
        </p:txBody>
      </p:sp>
      <p:pic>
        <p:nvPicPr>
          <p:cNvPr id="6" name="Picture 5">
            <a:extLst>
              <a:ext uri="{FF2B5EF4-FFF2-40B4-BE49-F238E27FC236}">
                <a16:creationId xmlns:a16="http://schemas.microsoft.com/office/drawing/2014/main" id="{2B561ACF-89D5-832C-175D-AC70DBBCBD9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055739" y="0"/>
            <a:ext cx="5140071" cy="6858000"/>
          </a:xfrm>
          <a:prstGeom prst="rect">
            <a:avLst/>
          </a:prstGeom>
        </p:spPr>
      </p:pic>
    </p:spTree>
    <p:extLst>
      <p:ext uri="{BB962C8B-B14F-4D97-AF65-F5344CB8AC3E}">
        <p14:creationId xmlns:p14="http://schemas.microsoft.com/office/powerpoint/2010/main" val="903660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0EE5870A-0C53-ACF4-0751-E0E90D9AA783}"/>
              </a:ext>
            </a:extLst>
          </p:cNvPr>
          <p:cNvSpPr txBox="1">
            <a:spLocks/>
          </p:cNvSpPr>
          <p:nvPr/>
        </p:nvSpPr>
        <p:spPr>
          <a:xfrm>
            <a:off x="11157529" y="6400800"/>
            <a:ext cx="620891" cy="1828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ECF63ED-5365-0347-943C-46237B9951C9}" type="slidenum">
              <a:rPr lang="en-US" smtClean="0"/>
              <a:pPr/>
              <a:t>3</a:t>
            </a:fld>
            <a:endParaRPr lang="en-US" dirty="0"/>
          </a:p>
        </p:txBody>
      </p:sp>
      <p:sp>
        <p:nvSpPr>
          <p:cNvPr id="6" name="Title 2">
            <a:extLst>
              <a:ext uri="{FF2B5EF4-FFF2-40B4-BE49-F238E27FC236}">
                <a16:creationId xmlns:a16="http://schemas.microsoft.com/office/drawing/2014/main" id="{8F2D5EB8-D982-DEC6-D7BF-D6F849E2B9D9}"/>
              </a:ext>
            </a:extLst>
          </p:cNvPr>
          <p:cNvSpPr txBox="1">
            <a:spLocks/>
          </p:cNvSpPr>
          <p:nvPr/>
        </p:nvSpPr>
        <p:spPr>
          <a:xfrm>
            <a:off x="426720" y="365760"/>
            <a:ext cx="11338560" cy="548640"/>
          </a:xfrm>
          <a:prstGeom prst="rect">
            <a:avLst/>
          </a:prstGeom>
        </p:spPr>
        <p:txBody>
          <a:bodyPr/>
          <a:lstStyle>
            <a:lvl1pPr algn="l" defTabSz="457200" rtl="0" eaLnBrk="1" latinLnBrk="0" hangingPunct="1">
              <a:lnSpc>
                <a:spcPct val="80000"/>
              </a:lnSpc>
              <a:spcBef>
                <a:spcPct val="0"/>
              </a:spcBef>
              <a:buNone/>
              <a:defRPr sz="3200" b="1" kern="1200" cap="all">
                <a:solidFill>
                  <a:srgbClr val="004383"/>
                </a:solidFill>
                <a:effectLst/>
                <a:latin typeface="+mj-lt"/>
                <a:ea typeface="+mj-ea"/>
                <a:cs typeface="+mj-cs"/>
              </a:defRPr>
            </a:lvl1pPr>
          </a:lstStyle>
          <a:p>
            <a:r>
              <a:rPr lang="en-US" sz="3000" dirty="0"/>
              <a:t>AGENDA</a:t>
            </a:r>
          </a:p>
        </p:txBody>
      </p:sp>
      <p:sp>
        <p:nvSpPr>
          <p:cNvPr id="7" name="Content Placeholder 4">
            <a:extLst>
              <a:ext uri="{FF2B5EF4-FFF2-40B4-BE49-F238E27FC236}">
                <a16:creationId xmlns:a16="http://schemas.microsoft.com/office/drawing/2014/main" id="{5463C3D4-0656-84F8-7FBF-CE388A96993F}"/>
              </a:ext>
            </a:extLst>
          </p:cNvPr>
          <p:cNvSpPr txBox="1">
            <a:spLocks/>
          </p:cNvSpPr>
          <p:nvPr/>
        </p:nvSpPr>
        <p:spPr>
          <a:xfrm>
            <a:off x="439860" y="741680"/>
            <a:ext cx="11338560" cy="5001322"/>
          </a:xfrm>
          <a:prstGeom prst="rect">
            <a:avLst/>
          </a:prstGeom>
        </p:spPr>
        <p:txBody>
          <a:bodyPr/>
          <a:lstStyle>
            <a:lvl1pPr marL="342900" indent="-342900" algn="l" defTabSz="457200" rtl="0" eaLnBrk="1" latinLnBrk="0" hangingPunct="1">
              <a:spcBef>
                <a:spcPct val="20000"/>
              </a:spcBef>
              <a:buClr>
                <a:schemeClr val="tx2"/>
              </a:buClr>
              <a:buFont typeface="Arial"/>
              <a:buChar char="•"/>
              <a:defRPr sz="3200" kern="1200">
                <a:solidFill>
                  <a:schemeClr val="bg1">
                    <a:lumMod val="50000"/>
                  </a:schemeClr>
                </a:solidFill>
                <a:latin typeface="+mn-lt"/>
                <a:ea typeface="+mn-ea"/>
                <a:cs typeface="+mn-cs"/>
              </a:defRPr>
            </a:lvl1pPr>
            <a:lvl2pPr marL="742950" indent="-285750" algn="l" defTabSz="457200" rtl="0" eaLnBrk="1" latinLnBrk="0" hangingPunct="1">
              <a:spcBef>
                <a:spcPct val="20000"/>
              </a:spcBef>
              <a:buClr>
                <a:schemeClr val="tx2"/>
              </a:buClr>
              <a:buFont typeface="Arial"/>
              <a:buChar char="–"/>
              <a:defRPr sz="2800" kern="1200">
                <a:solidFill>
                  <a:schemeClr val="bg1">
                    <a:lumMod val="50000"/>
                  </a:schemeClr>
                </a:solidFill>
                <a:latin typeface="+mn-lt"/>
                <a:ea typeface="+mn-ea"/>
                <a:cs typeface="+mn-cs"/>
              </a:defRPr>
            </a:lvl2pPr>
            <a:lvl3pPr marL="1143000" indent="-228600" algn="l" defTabSz="457200" rtl="0" eaLnBrk="1" latinLnBrk="0" hangingPunct="1">
              <a:spcBef>
                <a:spcPct val="20000"/>
              </a:spcBef>
              <a:buClr>
                <a:schemeClr val="tx2"/>
              </a:buClr>
              <a:buFont typeface="Arial"/>
              <a:buChar char="•"/>
              <a:defRPr sz="2400" kern="1200">
                <a:solidFill>
                  <a:schemeClr val="bg1">
                    <a:lumMod val="50000"/>
                  </a:schemeClr>
                </a:solidFill>
                <a:latin typeface="+mn-lt"/>
                <a:ea typeface="+mn-ea"/>
                <a:cs typeface="+mn-cs"/>
              </a:defRPr>
            </a:lvl3pPr>
            <a:lvl4pPr marL="1600200" indent="-228600" algn="l" defTabSz="457200" rtl="0" eaLnBrk="1" latinLnBrk="0" hangingPunct="1">
              <a:spcBef>
                <a:spcPct val="20000"/>
              </a:spcBef>
              <a:buClr>
                <a:schemeClr val="tx2"/>
              </a:buClr>
              <a:buFont typeface="Arial"/>
              <a:buChar char="–"/>
              <a:defRPr sz="2000" kern="1200">
                <a:solidFill>
                  <a:schemeClr val="bg1">
                    <a:lumMod val="50000"/>
                  </a:schemeClr>
                </a:solidFill>
                <a:latin typeface="+mn-lt"/>
                <a:ea typeface="+mn-ea"/>
                <a:cs typeface="+mn-cs"/>
              </a:defRPr>
            </a:lvl4pPr>
            <a:lvl5pPr marL="2057400" indent="-228600" algn="l" defTabSz="457200" rtl="0" eaLnBrk="1" latinLnBrk="0" hangingPunct="1">
              <a:spcBef>
                <a:spcPct val="20000"/>
              </a:spcBef>
              <a:buClr>
                <a:schemeClr val="tx2"/>
              </a:buClr>
              <a:buFont typeface="Arial"/>
              <a:buChar char="»"/>
              <a:defRPr sz="2000" kern="1200">
                <a:solidFill>
                  <a:schemeClr val="bg1">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700" dirty="0">
                <a:solidFill>
                  <a:schemeClr val="tx2"/>
                </a:solidFill>
              </a:rPr>
              <a:t>1:00 Opening and NIEMOpen general update—Paul Wormeli</a:t>
            </a:r>
          </a:p>
          <a:p>
            <a:pPr marL="0" indent="0">
              <a:buNone/>
            </a:pPr>
            <a:r>
              <a:rPr lang="en-US" sz="2700" dirty="0">
                <a:solidFill>
                  <a:schemeClr val="tx2"/>
                </a:solidFill>
              </a:rPr>
              <a:t>1:10 NTAC update—Brad Bolliger</a:t>
            </a:r>
          </a:p>
          <a:p>
            <a:pPr marL="0" indent="0">
              <a:buNone/>
            </a:pPr>
            <a:r>
              <a:rPr lang="en-US" sz="2700" dirty="0">
                <a:solidFill>
                  <a:schemeClr val="tx2"/>
                </a:solidFill>
              </a:rPr>
              <a:t>1:20 Developing data standards for countering drone technology—Michael Simcock</a:t>
            </a:r>
          </a:p>
          <a:p>
            <a:pPr marL="0" indent="0">
              <a:buNone/>
            </a:pPr>
            <a:r>
              <a:rPr lang="en-US" sz="2700" dirty="0">
                <a:solidFill>
                  <a:schemeClr val="tx2"/>
                </a:solidFill>
              </a:rPr>
              <a:t>1:25 Discussion of a potential new NBAC meeting structure—Thomas Krul</a:t>
            </a:r>
          </a:p>
          <a:p>
            <a:pPr marL="0" indent="0">
              <a:buNone/>
            </a:pPr>
            <a:r>
              <a:rPr lang="en-US" sz="2700" dirty="0">
                <a:solidFill>
                  <a:schemeClr val="tx2"/>
                </a:solidFill>
              </a:rPr>
              <a:t>1:45 Adjourn </a:t>
            </a:r>
          </a:p>
          <a:p>
            <a:pPr marL="457200" lvl="1" indent="0">
              <a:buNone/>
            </a:pPr>
            <a:endParaRPr lang="en-US" sz="3200" dirty="0">
              <a:solidFill>
                <a:srgbClr val="000000"/>
              </a:solidFill>
            </a:endParaRPr>
          </a:p>
        </p:txBody>
      </p:sp>
    </p:spTree>
    <p:extLst>
      <p:ext uri="{BB962C8B-B14F-4D97-AF65-F5344CB8AC3E}">
        <p14:creationId xmlns:p14="http://schemas.microsoft.com/office/powerpoint/2010/main" val="3146419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59817"/>
            <a:ext cx="7714615" cy="443070"/>
          </a:xfrm>
          <a:prstGeom prst="rect">
            <a:avLst/>
          </a:prstGeom>
        </p:spPr>
        <p:txBody>
          <a:bodyPr vert="horz" wrap="square" lIns="0" tIns="12065" rIns="0" bIns="0" rtlCol="0">
            <a:spAutoFit/>
          </a:bodyPr>
          <a:lstStyle/>
          <a:p>
            <a:pPr marL="12700">
              <a:lnSpc>
                <a:spcPct val="100000"/>
              </a:lnSpc>
              <a:spcBef>
                <a:spcPts val="95"/>
              </a:spcBef>
            </a:pPr>
            <a:r>
              <a:rPr dirty="0"/>
              <a:t>P</a:t>
            </a:r>
            <a:r>
              <a:rPr lang="en-US" dirty="0"/>
              <a:t>BG Meeting </a:t>
            </a:r>
            <a:r>
              <a:rPr lang="en-US" spc="-80" dirty="0"/>
              <a:t>June 18 </a:t>
            </a:r>
            <a:r>
              <a:rPr dirty="0"/>
              <a:t>202</a:t>
            </a:r>
            <a:r>
              <a:rPr lang="en-US" dirty="0"/>
              <a:t>6</a:t>
            </a:r>
            <a:r>
              <a:rPr spc="-185" dirty="0"/>
              <a:t> </a:t>
            </a:r>
            <a:r>
              <a:rPr spc="-10" dirty="0"/>
              <a:t>AGENDA</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7465">
              <a:lnSpc>
                <a:spcPts val="1425"/>
              </a:lnSpc>
            </a:pPr>
            <a:fld id="{81D60167-4931-47E6-BA6A-407CBD079E47}" type="slidenum">
              <a:rPr spc="-25" dirty="0"/>
              <a:t>4</a:t>
            </a:fld>
            <a:endParaRPr spc="-25" dirty="0"/>
          </a:p>
        </p:txBody>
      </p:sp>
      <p:sp>
        <p:nvSpPr>
          <p:cNvPr id="3" name="object 3"/>
          <p:cNvSpPr txBox="1"/>
          <p:nvPr/>
        </p:nvSpPr>
        <p:spPr>
          <a:xfrm>
            <a:off x="688340" y="661644"/>
            <a:ext cx="4969510" cy="2401811"/>
          </a:xfrm>
          <a:prstGeom prst="rect">
            <a:avLst/>
          </a:prstGeom>
        </p:spPr>
        <p:txBody>
          <a:bodyPr vert="horz" wrap="square" lIns="0" tIns="13335" rIns="0" bIns="0" rtlCol="0">
            <a:spAutoFit/>
          </a:bodyPr>
          <a:lstStyle/>
          <a:p>
            <a:pPr marL="12700">
              <a:lnSpc>
                <a:spcPct val="100000"/>
              </a:lnSpc>
              <a:spcBef>
                <a:spcPts val="105"/>
              </a:spcBef>
            </a:pPr>
            <a:r>
              <a:rPr sz="2300" b="1" dirty="0">
                <a:solidFill>
                  <a:srgbClr val="1E1C11"/>
                </a:solidFill>
                <a:latin typeface="Arial"/>
                <a:cs typeface="Arial"/>
              </a:rPr>
              <a:t>Call</a:t>
            </a:r>
            <a:r>
              <a:rPr sz="2300" b="1" spc="-30" dirty="0">
                <a:solidFill>
                  <a:srgbClr val="1E1C11"/>
                </a:solidFill>
                <a:latin typeface="Arial"/>
                <a:cs typeface="Arial"/>
              </a:rPr>
              <a:t> </a:t>
            </a:r>
            <a:r>
              <a:rPr sz="2300" b="1" dirty="0">
                <a:solidFill>
                  <a:srgbClr val="1E1C11"/>
                </a:solidFill>
                <a:latin typeface="Arial"/>
                <a:cs typeface="Arial"/>
              </a:rPr>
              <a:t>to</a:t>
            </a:r>
            <a:r>
              <a:rPr sz="2300" b="1" spc="-20" dirty="0">
                <a:solidFill>
                  <a:srgbClr val="1E1C11"/>
                </a:solidFill>
                <a:latin typeface="Arial"/>
                <a:cs typeface="Arial"/>
              </a:rPr>
              <a:t> </a:t>
            </a:r>
            <a:r>
              <a:rPr sz="2300" b="1" spc="-10" dirty="0">
                <a:solidFill>
                  <a:srgbClr val="1E1C11"/>
                </a:solidFill>
                <a:latin typeface="Arial"/>
                <a:cs typeface="Arial"/>
              </a:rPr>
              <a:t>Order</a:t>
            </a:r>
            <a:endParaRPr sz="2300" dirty="0">
              <a:latin typeface="Arial"/>
              <a:cs typeface="Arial"/>
            </a:endParaRPr>
          </a:p>
          <a:p>
            <a:pPr marL="184150" indent="-171450">
              <a:lnSpc>
                <a:spcPct val="100000"/>
              </a:lnSpc>
              <a:spcBef>
                <a:spcPts val="20"/>
              </a:spcBef>
              <a:buClr>
                <a:srgbClr val="1F487C"/>
              </a:buClr>
              <a:buFont typeface="Arial" panose="020B0604020202020204" pitchFamily="34" charset="0"/>
              <a:buChar char="•"/>
              <a:tabLst>
                <a:tab pos="354965" algn="l"/>
              </a:tabLst>
            </a:pPr>
            <a:r>
              <a:rPr sz="1600" spc="-10" dirty="0">
                <a:solidFill>
                  <a:srgbClr val="1E1C11"/>
                </a:solidFill>
                <a:latin typeface="Arial"/>
                <a:cs typeface="Arial"/>
              </a:rPr>
              <a:t>Admin</a:t>
            </a:r>
            <a:endParaRPr sz="1600" dirty="0">
              <a:latin typeface="Arial"/>
              <a:cs typeface="Arial"/>
            </a:endParaRPr>
          </a:p>
          <a:p>
            <a:pPr marL="756285" lvl="1" indent="-286385">
              <a:lnSpc>
                <a:spcPct val="100000"/>
              </a:lnSpc>
              <a:buClr>
                <a:srgbClr val="1F487C"/>
              </a:buClr>
              <a:buChar char="–"/>
              <a:tabLst>
                <a:tab pos="756285" algn="l"/>
              </a:tabLst>
            </a:pPr>
            <a:r>
              <a:rPr lang="en-US" sz="1600" dirty="0">
                <a:solidFill>
                  <a:srgbClr val="1E1C11"/>
                </a:solidFill>
                <a:latin typeface="Arial"/>
                <a:cs typeface="Arial"/>
              </a:rPr>
              <a:t>Call to Order</a:t>
            </a:r>
            <a:endParaRPr sz="1600" dirty="0">
              <a:latin typeface="Arial"/>
              <a:cs typeface="Arial"/>
            </a:endParaRPr>
          </a:p>
          <a:p>
            <a:pPr marL="756285" lvl="1" indent="-286385">
              <a:lnSpc>
                <a:spcPct val="100000"/>
              </a:lnSpc>
              <a:spcBef>
                <a:spcPts val="5"/>
              </a:spcBef>
              <a:buClr>
                <a:srgbClr val="1F487C"/>
              </a:buClr>
              <a:buChar char="–"/>
              <a:tabLst>
                <a:tab pos="756285" algn="l"/>
              </a:tabLst>
            </a:pPr>
            <a:r>
              <a:rPr sz="1600" dirty="0">
                <a:solidFill>
                  <a:srgbClr val="1E1C11"/>
                </a:solidFill>
                <a:latin typeface="Arial"/>
                <a:cs typeface="Arial"/>
              </a:rPr>
              <a:t>Roll</a:t>
            </a:r>
            <a:r>
              <a:rPr sz="1600" spc="-25" dirty="0">
                <a:solidFill>
                  <a:srgbClr val="1E1C11"/>
                </a:solidFill>
                <a:latin typeface="Arial"/>
                <a:cs typeface="Arial"/>
              </a:rPr>
              <a:t> </a:t>
            </a:r>
            <a:r>
              <a:rPr sz="1600" dirty="0">
                <a:solidFill>
                  <a:srgbClr val="1E1C11"/>
                </a:solidFill>
                <a:latin typeface="Arial"/>
                <a:cs typeface="Arial"/>
              </a:rPr>
              <a:t>Call</a:t>
            </a:r>
            <a:r>
              <a:rPr sz="1600" spc="-10" dirty="0">
                <a:solidFill>
                  <a:srgbClr val="1E1C11"/>
                </a:solidFill>
                <a:latin typeface="Arial"/>
                <a:cs typeface="Arial"/>
              </a:rPr>
              <a:t> </a:t>
            </a:r>
            <a:r>
              <a:rPr sz="1600" dirty="0">
                <a:solidFill>
                  <a:srgbClr val="1E1C11"/>
                </a:solidFill>
                <a:latin typeface="Arial"/>
                <a:cs typeface="Arial"/>
              </a:rPr>
              <a:t>&amp;</a:t>
            </a:r>
            <a:r>
              <a:rPr sz="1600" spc="-25" dirty="0">
                <a:solidFill>
                  <a:srgbClr val="1E1C11"/>
                </a:solidFill>
                <a:latin typeface="Arial"/>
                <a:cs typeface="Arial"/>
              </a:rPr>
              <a:t> </a:t>
            </a:r>
            <a:r>
              <a:rPr sz="1600" spc="-10" dirty="0">
                <a:solidFill>
                  <a:srgbClr val="1E1C11"/>
                </a:solidFill>
                <a:latin typeface="Arial"/>
                <a:cs typeface="Arial"/>
              </a:rPr>
              <a:t>Introductions</a:t>
            </a:r>
            <a:endParaRPr sz="1600" dirty="0">
              <a:latin typeface="Arial"/>
              <a:cs typeface="Arial"/>
            </a:endParaRPr>
          </a:p>
          <a:p>
            <a:pPr marL="1155700" marR="290830" lvl="2" indent="-228600">
              <a:lnSpc>
                <a:spcPct val="80000"/>
              </a:lnSpc>
              <a:spcBef>
                <a:spcPts val="310"/>
              </a:spcBef>
              <a:buClr>
                <a:srgbClr val="1F487C"/>
              </a:buClr>
              <a:buFont typeface="Wingdings"/>
              <a:buChar char=""/>
              <a:tabLst>
                <a:tab pos="1155700" algn="l"/>
              </a:tabLst>
            </a:pPr>
            <a:r>
              <a:rPr lang="en-US" sz="1600" dirty="0">
                <a:solidFill>
                  <a:srgbClr val="1E1C11"/>
                </a:solidFill>
                <a:latin typeface="Arial"/>
                <a:cs typeface="Arial"/>
              </a:rPr>
              <a:t>Sponsor Appointed </a:t>
            </a:r>
            <a:r>
              <a:rPr sz="1600" dirty="0">
                <a:solidFill>
                  <a:srgbClr val="1E1C11"/>
                </a:solidFill>
                <a:latin typeface="Arial"/>
                <a:cs typeface="Arial"/>
              </a:rPr>
              <a:t>PGB</a:t>
            </a:r>
            <a:r>
              <a:rPr sz="1600" spc="-45" dirty="0">
                <a:solidFill>
                  <a:srgbClr val="1E1C11"/>
                </a:solidFill>
                <a:latin typeface="Arial"/>
                <a:cs typeface="Arial"/>
              </a:rPr>
              <a:t> </a:t>
            </a:r>
            <a:r>
              <a:rPr sz="1600" spc="-10" dirty="0">
                <a:solidFill>
                  <a:srgbClr val="1E1C11"/>
                </a:solidFill>
                <a:latin typeface="Arial"/>
                <a:cs typeface="Arial"/>
              </a:rPr>
              <a:t>Voting</a:t>
            </a:r>
            <a:r>
              <a:rPr sz="1600" spc="-30" dirty="0">
                <a:solidFill>
                  <a:srgbClr val="1E1C11"/>
                </a:solidFill>
                <a:latin typeface="Arial"/>
                <a:cs typeface="Arial"/>
              </a:rPr>
              <a:t> </a:t>
            </a:r>
            <a:r>
              <a:rPr sz="1600" dirty="0">
                <a:solidFill>
                  <a:srgbClr val="1E1C11"/>
                </a:solidFill>
                <a:latin typeface="Arial"/>
                <a:cs typeface="Arial"/>
              </a:rPr>
              <a:t>Members</a:t>
            </a:r>
            <a:r>
              <a:rPr sz="1600" spc="-5" dirty="0">
                <a:solidFill>
                  <a:srgbClr val="1E1C11"/>
                </a:solidFill>
                <a:latin typeface="Arial"/>
                <a:cs typeface="Arial"/>
              </a:rPr>
              <a:t> </a:t>
            </a:r>
            <a:r>
              <a:rPr sz="1600" dirty="0">
                <a:solidFill>
                  <a:srgbClr val="1E1C11"/>
                </a:solidFill>
                <a:latin typeface="Arial"/>
                <a:cs typeface="Arial"/>
              </a:rPr>
              <a:t>(Sponsors)</a:t>
            </a:r>
            <a:endParaRPr lang="en-US" sz="1600" spc="-5" dirty="0">
              <a:solidFill>
                <a:srgbClr val="1E1C11"/>
              </a:solidFill>
              <a:latin typeface="Arial"/>
              <a:cs typeface="Arial"/>
            </a:endParaRPr>
          </a:p>
          <a:p>
            <a:pPr marL="1155700" marR="290830" lvl="2" indent="-228600">
              <a:lnSpc>
                <a:spcPct val="80000"/>
              </a:lnSpc>
              <a:spcBef>
                <a:spcPts val="310"/>
              </a:spcBef>
              <a:buClr>
                <a:srgbClr val="1F487C"/>
              </a:buClr>
              <a:buFont typeface="Wingdings"/>
              <a:buChar char=""/>
              <a:tabLst>
                <a:tab pos="1155700" algn="l"/>
              </a:tabLst>
            </a:pPr>
            <a:r>
              <a:rPr sz="1600" dirty="0">
                <a:solidFill>
                  <a:srgbClr val="1E1C11"/>
                </a:solidFill>
                <a:latin typeface="Arial"/>
                <a:cs typeface="Arial"/>
              </a:rPr>
              <a:t>PGB</a:t>
            </a:r>
            <a:r>
              <a:rPr sz="1600" spc="-45" dirty="0">
                <a:solidFill>
                  <a:srgbClr val="1E1C11"/>
                </a:solidFill>
                <a:latin typeface="Arial"/>
                <a:cs typeface="Arial"/>
              </a:rPr>
              <a:t> </a:t>
            </a:r>
            <a:r>
              <a:rPr sz="1600" spc="-10" dirty="0">
                <a:solidFill>
                  <a:srgbClr val="1E1C11"/>
                </a:solidFill>
                <a:latin typeface="Arial"/>
                <a:cs typeface="Arial"/>
              </a:rPr>
              <a:t>Expert Voting</a:t>
            </a:r>
            <a:r>
              <a:rPr sz="1600" spc="-30" dirty="0">
                <a:solidFill>
                  <a:srgbClr val="1E1C11"/>
                </a:solidFill>
                <a:latin typeface="Arial"/>
                <a:cs typeface="Arial"/>
              </a:rPr>
              <a:t> </a:t>
            </a:r>
            <a:r>
              <a:rPr sz="1600" dirty="0">
                <a:solidFill>
                  <a:srgbClr val="1E1C11"/>
                </a:solidFill>
                <a:latin typeface="Arial"/>
                <a:cs typeface="Arial"/>
              </a:rPr>
              <a:t>Members (TSCs)</a:t>
            </a:r>
            <a:r>
              <a:rPr lang="en-US" sz="1600" dirty="0">
                <a:solidFill>
                  <a:srgbClr val="1E1C11"/>
                </a:solidFill>
                <a:latin typeface="Arial"/>
                <a:cs typeface="Arial"/>
              </a:rPr>
              <a:t> &amp;</a:t>
            </a:r>
            <a:r>
              <a:rPr lang="en-US" sz="1600" spc="-35" dirty="0">
                <a:solidFill>
                  <a:srgbClr val="1E1C11"/>
                </a:solidFill>
                <a:latin typeface="Arial"/>
                <a:cs typeface="Arial"/>
              </a:rPr>
              <a:t> </a:t>
            </a:r>
            <a:r>
              <a:rPr sz="1600" spc="-10" dirty="0">
                <a:solidFill>
                  <a:srgbClr val="1E1C11"/>
                </a:solidFill>
                <a:latin typeface="Arial"/>
                <a:cs typeface="Arial"/>
              </a:rPr>
              <a:t>Non-Voting </a:t>
            </a:r>
            <a:r>
              <a:rPr sz="1600" dirty="0">
                <a:solidFill>
                  <a:srgbClr val="1E1C11"/>
                </a:solidFill>
                <a:latin typeface="Arial"/>
                <a:cs typeface="Arial"/>
              </a:rPr>
              <a:t>Members</a:t>
            </a:r>
            <a:r>
              <a:rPr sz="1600" spc="10" dirty="0">
                <a:solidFill>
                  <a:srgbClr val="1E1C11"/>
                </a:solidFill>
                <a:latin typeface="Arial"/>
                <a:cs typeface="Arial"/>
              </a:rPr>
              <a:t> </a:t>
            </a:r>
            <a:r>
              <a:rPr sz="1600" dirty="0">
                <a:solidFill>
                  <a:srgbClr val="1E1C11"/>
                </a:solidFill>
                <a:latin typeface="Arial"/>
                <a:cs typeface="Arial"/>
              </a:rPr>
              <a:t>(TSC</a:t>
            </a:r>
            <a:r>
              <a:rPr sz="1600" spc="-20" dirty="0">
                <a:solidFill>
                  <a:srgbClr val="1E1C11"/>
                </a:solidFill>
                <a:latin typeface="Arial"/>
                <a:cs typeface="Arial"/>
              </a:rPr>
              <a:t> Co-</a:t>
            </a:r>
            <a:r>
              <a:rPr sz="1600" spc="-10" dirty="0">
                <a:solidFill>
                  <a:srgbClr val="1E1C11"/>
                </a:solidFill>
                <a:latin typeface="Arial"/>
                <a:cs typeface="Arial"/>
              </a:rPr>
              <a:t>Chairs)</a:t>
            </a:r>
            <a:endParaRPr sz="1600" dirty="0">
              <a:latin typeface="Arial"/>
              <a:cs typeface="Arial"/>
            </a:endParaRPr>
          </a:p>
          <a:p>
            <a:pPr marL="184150" indent="-171450">
              <a:spcBef>
                <a:spcPts val="20"/>
              </a:spcBef>
              <a:buClr>
                <a:srgbClr val="1F487C"/>
              </a:buClr>
              <a:buFont typeface="Arial" panose="020B0604020202020204" pitchFamily="34" charset="0"/>
              <a:buChar char="•"/>
              <a:tabLst>
                <a:tab pos="354965" algn="l"/>
              </a:tabLst>
            </a:pPr>
            <a:r>
              <a:rPr lang="en-US" sz="1600" spc="-10" dirty="0">
                <a:solidFill>
                  <a:srgbClr val="1E1C11"/>
                </a:solidFill>
                <a:latin typeface="Arial"/>
                <a:cs typeface="Arial"/>
              </a:rPr>
              <a:t>Approval of Meeting Agenda</a:t>
            </a:r>
          </a:p>
          <a:p>
            <a:pPr marL="12700">
              <a:lnSpc>
                <a:spcPct val="100000"/>
              </a:lnSpc>
              <a:buClr>
                <a:srgbClr val="1F487C"/>
              </a:buClr>
              <a:tabLst>
                <a:tab pos="354965" algn="l"/>
              </a:tabLst>
            </a:pPr>
            <a:endParaRPr sz="1200" dirty="0">
              <a:latin typeface="Arial"/>
              <a:cs typeface="Arial"/>
            </a:endParaRPr>
          </a:p>
        </p:txBody>
      </p:sp>
      <p:sp>
        <p:nvSpPr>
          <p:cNvPr id="5" name="object 5"/>
          <p:cNvSpPr txBox="1"/>
          <p:nvPr/>
        </p:nvSpPr>
        <p:spPr>
          <a:xfrm>
            <a:off x="6440550" y="2590800"/>
            <a:ext cx="5751450" cy="2460289"/>
          </a:xfrm>
          <a:prstGeom prst="rect">
            <a:avLst/>
          </a:prstGeom>
        </p:spPr>
        <p:txBody>
          <a:bodyPr vert="horz" wrap="square" lIns="0" tIns="43815" rIns="0" bIns="0" rtlCol="0">
            <a:spAutoFit/>
          </a:bodyPr>
          <a:lstStyle/>
          <a:p>
            <a:pPr marL="12700">
              <a:lnSpc>
                <a:spcPct val="100000"/>
              </a:lnSpc>
              <a:spcBef>
                <a:spcPts val="270"/>
              </a:spcBef>
            </a:pPr>
            <a:endParaRPr lang="en-US" sz="2400" b="1" spc="-10" dirty="0">
              <a:solidFill>
                <a:srgbClr val="1E1C11"/>
              </a:solidFill>
              <a:latin typeface="Arial"/>
              <a:cs typeface="Arial"/>
            </a:endParaRPr>
          </a:p>
          <a:p>
            <a:pPr marL="12700">
              <a:lnSpc>
                <a:spcPct val="100000"/>
              </a:lnSpc>
              <a:spcBef>
                <a:spcPts val="270"/>
              </a:spcBef>
            </a:pPr>
            <a:endParaRPr lang="en-US" sz="2400" b="1" spc="-10" dirty="0">
              <a:solidFill>
                <a:srgbClr val="1E1C11"/>
              </a:solidFill>
              <a:latin typeface="Arial"/>
              <a:cs typeface="Arial"/>
            </a:endParaRPr>
          </a:p>
          <a:p>
            <a:pPr marL="12700">
              <a:lnSpc>
                <a:spcPct val="100000"/>
              </a:lnSpc>
              <a:spcBef>
                <a:spcPts val="270"/>
              </a:spcBef>
            </a:pPr>
            <a:r>
              <a:rPr lang="en-US" sz="2400" b="1" spc="-10" dirty="0">
                <a:solidFill>
                  <a:srgbClr val="1E1C11"/>
                </a:solidFill>
                <a:latin typeface="Arial"/>
                <a:cs typeface="Arial"/>
              </a:rPr>
              <a:t>Other Business</a:t>
            </a:r>
            <a:endParaRPr sz="2400" dirty="0">
              <a:latin typeface="Arial"/>
              <a:cs typeface="Arial"/>
            </a:endParaRPr>
          </a:p>
          <a:p>
            <a:pPr marL="413384" indent="-342900">
              <a:lnSpc>
                <a:spcPct val="100000"/>
              </a:lnSpc>
              <a:buClr>
                <a:srgbClr val="1F487C"/>
              </a:buClr>
              <a:buChar char="•"/>
              <a:tabLst>
                <a:tab pos="413384" algn="l"/>
              </a:tabLst>
            </a:pPr>
            <a:r>
              <a:rPr lang="en-US" sz="1600" spc="-30" dirty="0">
                <a:solidFill>
                  <a:srgbClr val="1E1C11"/>
                </a:solidFill>
                <a:latin typeface="Arial"/>
                <a:cs typeface="Arial"/>
              </a:rPr>
              <a:t>Next</a:t>
            </a:r>
            <a:r>
              <a:rPr sz="1600" spc="-30" dirty="0">
                <a:solidFill>
                  <a:srgbClr val="1E1C11"/>
                </a:solidFill>
                <a:latin typeface="Arial"/>
                <a:cs typeface="Arial"/>
              </a:rPr>
              <a:t> </a:t>
            </a:r>
            <a:r>
              <a:rPr sz="1600" dirty="0">
                <a:solidFill>
                  <a:srgbClr val="1E1C11"/>
                </a:solidFill>
                <a:latin typeface="Arial"/>
                <a:cs typeface="Arial"/>
              </a:rPr>
              <a:t>Meeting</a:t>
            </a:r>
            <a:r>
              <a:rPr sz="1600" spc="-10" dirty="0">
                <a:solidFill>
                  <a:srgbClr val="1E1C11"/>
                </a:solidFill>
                <a:latin typeface="Arial"/>
                <a:cs typeface="Arial"/>
              </a:rPr>
              <a:t> Schedule</a:t>
            </a:r>
            <a:endParaRPr sz="1600" dirty="0">
              <a:latin typeface="Arial"/>
              <a:cs typeface="Arial"/>
            </a:endParaRPr>
          </a:p>
          <a:p>
            <a:pPr marL="413384" indent="-342900">
              <a:lnSpc>
                <a:spcPct val="100000"/>
              </a:lnSpc>
              <a:buClr>
                <a:srgbClr val="1F487C"/>
              </a:buClr>
              <a:buChar char="•"/>
              <a:tabLst>
                <a:tab pos="413384" algn="l"/>
              </a:tabLst>
            </a:pPr>
            <a:r>
              <a:rPr sz="1600" dirty="0">
                <a:solidFill>
                  <a:srgbClr val="1E1C11"/>
                </a:solidFill>
                <a:latin typeface="Arial"/>
                <a:cs typeface="Arial"/>
              </a:rPr>
              <a:t>Other</a:t>
            </a:r>
            <a:r>
              <a:rPr sz="1600" spc="-25" dirty="0">
                <a:solidFill>
                  <a:srgbClr val="1E1C11"/>
                </a:solidFill>
                <a:latin typeface="Arial"/>
                <a:cs typeface="Arial"/>
              </a:rPr>
              <a:t> </a:t>
            </a:r>
            <a:r>
              <a:rPr sz="1600" spc="-10" dirty="0">
                <a:solidFill>
                  <a:srgbClr val="1E1C11"/>
                </a:solidFill>
                <a:latin typeface="Arial"/>
                <a:cs typeface="Arial"/>
              </a:rPr>
              <a:t>Business/Discussion</a:t>
            </a:r>
            <a:endParaRPr lang="en-US" sz="1600" spc="-10" dirty="0">
              <a:solidFill>
                <a:srgbClr val="1E1C11"/>
              </a:solidFill>
              <a:latin typeface="Arial"/>
              <a:cs typeface="Arial"/>
            </a:endParaRPr>
          </a:p>
          <a:p>
            <a:pPr marL="413384" indent="-342900">
              <a:buClr>
                <a:srgbClr val="1F487C"/>
              </a:buClr>
              <a:buFontTx/>
              <a:buChar char="•"/>
              <a:tabLst>
                <a:tab pos="413384" algn="l"/>
              </a:tabLst>
            </a:pPr>
            <a:r>
              <a:rPr lang="en-US" sz="1600" spc="-10" dirty="0">
                <a:solidFill>
                  <a:srgbClr val="1E1C11"/>
                </a:solidFill>
                <a:latin typeface="Arial"/>
                <a:cs typeface="Arial"/>
              </a:rPr>
              <a:t>Around-the-Horn – PGB Voting Member Comments/Questions</a:t>
            </a:r>
          </a:p>
          <a:p>
            <a:pPr marL="413384" indent="-342900">
              <a:buClr>
                <a:srgbClr val="1F487C"/>
              </a:buClr>
              <a:buFontTx/>
              <a:buChar char="•"/>
              <a:tabLst>
                <a:tab pos="413384" algn="l"/>
              </a:tabLst>
            </a:pPr>
            <a:r>
              <a:rPr sz="1600" spc="-10" dirty="0">
                <a:solidFill>
                  <a:srgbClr val="1E1C11"/>
                </a:solidFill>
                <a:latin typeface="Arial"/>
                <a:cs typeface="Arial"/>
              </a:rPr>
              <a:t>Adjourn</a:t>
            </a:r>
            <a:endParaRPr sz="1600" dirty="0">
              <a:latin typeface="Arial"/>
              <a:cs typeface="Arial"/>
            </a:endParaRPr>
          </a:p>
        </p:txBody>
      </p:sp>
      <p:sp>
        <p:nvSpPr>
          <p:cNvPr id="7" name="TextBox 6">
            <a:extLst>
              <a:ext uri="{FF2B5EF4-FFF2-40B4-BE49-F238E27FC236}">
                <a16:creationId xmlns:a16="http://schemas.microsoft.com/office/drawing/2014/main" id="{F796EB49-15F4-AA2E-86A6-AD2C3F462AB4}"/>
              </a:ext>
            </a:extLst>
          </p:cNvPr>
          <p:cNvSpPr txBox="1"/>
          <p:nvPr/>
        </p:nvSpPr>
        <p:spPr>
          <a:xfrm>
            <a:off x="688340" y="3209719"/>
            <a:ext cx="5317802" cy="2482731"/>
          </a:xfrm>
          <a:prstGeom prst="rect">
            <a:avLst/>
          </a:prstGeom>
          <a:noFill/>
        </p:spPr>
        <p:txBody>
          <a:bodyPr wrap="none" rtlCol="0">
            <a:spAutoFit/>
          </a:bodyPr>
          <a:lstStyle/>
          <a:p>
            <a:pPr marL="12700">
              <a:spcBef>
                <a:spcPts val="20"/>
              </a:spcBef>
              <a:buClr>
                <a:srgbClr val="1F487C"/>
              </a:buClr>
              <a:tabLst>
                <a:tab pos="354965" algn="l"/>
              </a:tabLst>
            </a:pPr>
            <a:r>
              <a:rPr lang="en-US" sz="2400" b="1" spc="-10" dirty="0">
                <a:solidFill>
                  <a:srgbClr val="1E1C11"/>
                </a:solidFill>
                <a:latin typeface="Arial"/>
                <a:cs typeface="Arial"/>
              </a:rPr>
              <a:t>Reports</a:t>
            </a:r>
            <a:endParaRPr lang="en-US" sz="2400" spc="-10" dirty="0">
              <a:solidFill>
                <a:srgbClr val="1E1C11"/>
              </a:solidFill>
              <a:latin typeface="Arial"/>
              <a:cs typeface="Arial"/>
            </a:endParaRPr>
          </a:p>
          <a:p>
            <a:pPr marL="413384" indent="-342900">
              <a:lnSpc>
                <a:spcPct val="100000"/>
              </a:lnSpc>
              <a:spcBef>
                <a:spcPts val="235"/>
              </a:spcBef>
              <a:buClr>
                <a:srgbClr val="1F487C"/>
              </a:buClr>
              <a:buChar char="•"/>
              <a:tabLst>
                <a:tab pos="413384" algn="l"/>
              </a:tabLst>
            </a:pPr>
            <a:r>
              <a:rPr lang="en-US" sz="1600" spc="-20" dirty="0">
                <a:solidFill>
                  <a:srgbClr val="1E1C11"/>
                </a:solidFill>
                <a:latin typeface="Arial"/>
                <a:cs typeface="Arial"/>
              </a:rPr>
              <a:t>NIEMOpen Progress—Paul Wormeli</a:t>
            </a:r>
          </a:p>
          <a:p>
            <a:pPr marL="413384" indent="-342900">
              <a:lnSpc>
                <a:spcPct val="100000"/>
              </a:lnSpc>
              <a:spcBef>
                <a:spcPts val="235"/>
              </a:spcBef>
              <a:buClr>
                <a:srgbClr val="1F487C"/>
              </a:buClr>
              <a:buChar char="•"/>
              <a:tabLst>
                <a:tab pos="413384" algn="l"/>
              </a:tabLst>
            </a:pPr>
            <a:r>
              <a:rPr lang="en-US" sz="1600" spc="-20" dirty="0">
                <a:solidFill>
                  <a:srgbClr val="1E1C11"/>
                </a:solidFill>
                <a:latin typeface="Arial"/>
                <a:cs typeface="Arial"/>
              </a:rPr>
              <a:t>OASIS Update—Daniella </a:t>
            </a:r>
            <a:r>
              <a:rPr lang="en-US" sz="1600" spc="-20" dirty="0" err="1">
                <a:solidFill>
                  <a:srgbClr val="1E1C11"/>
                </a:solidFill>
                <a:latin typeface="Arial"/>
                <a:cs typeface="Arial"/>
              </a:rPr>
              <a:t>Traveau</a:t>
            </a:r>
            <a:endParaRPr lang="en-US" sz="1600" spc="-20" dirty="0">
              <a:solidFill>
                <a:srgbClr val="1E1C11"/>
              </a:solidFill>
              <a:latin typeface="Arial"/>
              <a:cs typeface="Arial"/>
            </a:endParaRPr>
          </a:p>
          <a:p>
            <a:pPr marL="184150" indent="-171450">
              <a:spcBef>
                <a:spcPts val="20"/>
              </a:spcBef>
              <a:buClr>
                <a:srgbClr val="1F487C"/>
              </a:buClr>
              <a:buFont typeface="Arial" panose="020B0604020202020204" pitchFamily="34" charset="0"/>
              <a:buChar char="•"/>
              <a:tabLst>
                <a:tab pos="354965" algn="l"/>
              </a:tabLst>
            </a:pPr>
            <a:r>
              <a:rPr lang="en-US" sz="1600" spc="-10" dirty="0">
                <a:solidFill>
                  <a:srgbClr val="1E1C11"/>
                </a:solidFill>
                <a:latin typeface="Arial"/>
                <a:cs typeface="Arial"/>
              </a:rPr>
              <a:t>    OASIS Standard ISO Path    </a:t>
            </a:r>
          </a:p>
          <a:p>
            <a:pPr marL="184150" indent="-171450">
              <a:spcBef>
                <a:spcPts val="20"/>
              </a:spcBef>
              <a:buClr>
                <a:srgbClr val="1F487C"/>
              </a:buClr>
              <a:buFont typeface="Arial" panose="020B0604020202020204" pitchFamily="34" charset="0"/>
              <a:buChar char="•"/>
              <a:tabLst>
                <a:tab pos="354965" algn="l"/>
              </a:tabLst>
            </a:pPr>
            <a:r>
              <a:rPr lang="en-US" sz="1600" spc="-10" dirty="0">
                <a:solidFill>
                  <a:srgbClr val="1E1C11"/>
                </a:solidFill>
                <a:latin typeface="Arial"/>
                <a:cs typeface="Arial"/>
              </a:rPr>
              <a:t>    </a:t>
            </a:r>
            <a:r>
              <a:rPr lang="en-US" sz="1600" spc="-20" dirty="0">
                <a:solidFill>
                  <a:srgbClr val="1E1C11"/>
                </a:solidFill>
                <a:latin typeface="Arial"/>
                <a:cs typeface="Arial"/>
              </a:rPr>
              <a:t>NTAC</a:t>
            </a:r>
            <a:r>
              <a:rPr lang="en-US" sz="1600" spc="-65" dirty="0">
                <a:solidFill>
                  <a:srgbClr val="1E1C11"/>
                </a:solidFill>
                <a:latin typeface="Arial"/>
                <a:cs typeface="Arial"/>
              </a:rPr>
              <a:t> </a:t>
            </a:r>
            <a:r>
              <a:rPr lang="en-US" sz="1600" dirty="0">
                <a:solidFill>
                  <a:srgbClr val="1E1C11"/>
                </a:solidFill>
                <a:latin typeface="Arial"/>
                <a:cs typeface="Arial"/>
              </a:rPr>
              <a:t>Update</a:t>
            </a:r>
            <a:r>
              <a:rPr lang="en-US" sz="1600" spc="-35" dirty="0">
                <a:solidFill>
                  <a:srgbClr val="1E1C11"/>
                </a:solidFill>
                <a:latin typeface="Arial"/>
                <a:cs typeface="Arial"/>
              </a:rPr>
              <a:t> </a:t>
            </a:r>
            <a:r>
              <a:rPr lang="en-US" sz="1600" dirty="0">
                <a:solidFill>
                  <a:srgbClr val="1E1C11"/>
                </a:solidFill>
                <a:latin typeface="Arial"/>
                <a:cs typeface="Arial"/>
              </a:rPr>
              <a:t>–Brad Bolliger</a:t>
            </a:r>
            <a:r>
              <a:rPr lang="en-US" sz="1600" spc="-50" dirty="0">
                <a:solidFill>
                  <a:srgbClr val="1E1C11"/>
                </a:solidFill>
                <a:latin typeface="Arial"/>
                <a:cs typeface="Arial"/>
              </a:rPr>
              <a:t>&amp; </a:t>
            </a:r>
            <a:r>
              <a:rPr lang="en-US" sz="1600" dirty="0">
                <a:solidFill>
                  <a:srgbClr val="1E1C11"/>
                </a:solidFill>
                <a:latin typeface="Arial"/>
                <a:cs typeface="Arial"/>
              </a:rPr>
              <a:t>Dr.</a:t>
            </a:r>
            <a:r>
              <a:rPr lang="en-US" sz="1600" spc="-50" dirty="0">
                <a:solidFill>
                  <a:srgbClr val="1E1C11"/>
                </a:solidFill>
                <a:latin typeface="Arial"/>
                <a:cs typeface="Arial"/>
              </a:rPr>
              <a:t> </a:t>
            </a:r>
            <a:r>
              <a:rPr lang="en-US" sz="1600" dirty="0">
                <a:solidFill>
                  <a:srgbClr val="1E1C11"/>
                </a:solidFill>
                <a:latin typeface="Arial"/>
                <a:cs typeface="Arial"/>
              </a:rPr>
              <a:t>Scott</a:t>
            </a:r>
            <a:r>
              <a:rPr lang="en-US" sz="1600" spc="-50" dirty="0">
                <a:solidFill>
                  <a:srgbClr val="1E1C11"/>
                </a:solidFill>
                <a:latin typeface="Arial"/>
                <a:cs typeface="Arial"/>
              </a:rPr>
              <a:t> </a:t>
            </a:r>
            <a:r>
              <a:rPr lang="en-US" sz="1600" spc="-10" dirty="0">
                <a:solidFill>
                  <a:srgbClr val="1E1C11"/>
                </a:solidFill>
                <a:latin typeface="Arial"/>
                <a:cs typeface="Arial"/>
              </a:rPr>
              <a:t>Renner</a:t>
            </a:r>
          </a:p>
          <a:p>
            <a:pPr marL="184150" indent="-171450">
              <a:spcBef>
                <a:spcPts val="20"/>
              </a:spcBef>
              <a:buClr>
                <a:srgbClr val="1F487C"/>
              </a:buClr>
              <a:buFont typeface="Arial" panose="020B0604020202020204" pitchFamily="34" charset="0"/>
              <a:buChar char="•"/>
              <a:tabLst>
                <a:tab pos="354965" algn="l"/>
              </a:tabLst>
            </a:pPr>
            <a:r>
              <a:rPr lang="en-US" sz="1600" spc="-10" dirty="0">
                <a:solidFill>
                  <a:srgbClr val="1E1C11"/>
                </a:solidFill>
                <a:latin typeface="Arial"/>
                <a:cs typeface="Arial"/>
              </a:rPr>
              <a:t>    Toolkit status—Christina Medlin</a:t>
            </a:r>
          </a:p>
          <a:p>
            <a:pPr marL="184150" indent="-171450">
              <a:spcBef>
                <a:spcPts val="20"/>
              </a:spcBef>
              <a:buClr>
                <a:srgbClr val="1F487C"/>
              </a:buClr>
              <a:buFont typeface="Arial" panose="020B0604020202020204" pitchFamily="34" charset="0"/>
              <a:buChar char="•"/>
              <a:tabLst>
                <a:tab pos="354965" algn="l"/>
              </a:tabLst>
            </a:pPr>
            <a:r>
              <a:rPr lang="en-US" sz="1600" dirty="0">
                <a:solidFill>
                  <a:srgbClr val="1E1C11"/>
                </a:solidFill>
                <a:latin typeface="Arial"/>
                <a:cs typeface="Arial"/>
              </a:rPr>
              <a:t>    NBAC</a:t>
            </a:r>
            <a:r>
              <a:rPr lang="en-US" sz="1600" spc="-25" dirty="0">
                <a:solidFill>
                  <a:srgbClr val="1E1C11"/>
                </a:solidFill>
                <a:latin typeface="Arial"/>
                <a:cs typeface="Arial"/>
              </a:rPr>
              <a:t> </a:t>
            </a:r>
            <a:r>
              <a:rPr lang="en-US" sz="1600" dirty="0">
                <a:solidFill>
                  <a:srgbClr val="1E1C11"/>
                </a:solidFill>
                <a:latin typeface="Arial"/>
                <a:cs typeface="Arial"/>
              </a:rPr>
              <a:t>Update –</a:t>
            </a:r>
            <a:r>
              <a:rPr lang="en-US" sz="1600" spc="-40" dirty="0">
                <a:solidFill>
                  <a:srgbClr val="1E1C11"/>
                </a:solidFill>
                <a:latin typeface="Arial"/>
                <a:cs typeface="Arial"/>
              </a:rPr>
              <a:t> </a:t>
            </a:r>
            <a:r>
              <a:rPr lang="en-US" sz="1600" dirty="0">
                <a:solidFill>
                  <a:srgbClr val="1E1C11"/>
                </a:solidFill>
                <a:latin typeface="Arial"/>
                <a:cs typeface="Arial"/>
              </a:rPr>
              <a:t>Thomas</a:t>
            </a:r>
            <a:r>
              <a:rPr lang="en-US" sz="1600" spc="-30" dirty="0">
                <a:solidFill>
                  <a:srgbClr val="1E1C11"/>
                </a:solidFill>
                <a:latin typeface="Arial"/>
                <a:cs typeface="Arial"/>
              </a:rPr>
              <a:t> </a:t>
            </a:r>
            <a:r>
              <a:rPr lang="en-US" sz="1600" spc="-20" dirty="0">
                <a:solidFill>
                  <a:srgbClr val="1E1C11"/>
                </a:solidFill>
                <a:latin typeface="Arial"/>
                <a:cs typeface="Arial"/>
              </a:rPr>
              <a:t>Krul &amp; Paul Wormeli</a:t>
            </a:r>
          </a:p>
          <a:p>
            <a:pPr marL="184150" indent="-171450">
              <a:spcBef>
                <a:spcPts val="20"/>
              </a:spcBef>
              <a:buClr>
                <a:srgbClr val="1F487C"/>
              </a:buClr>
              <a:buFont typeface="Arial" panose="020B0604020202020204" pitchFamily="34" charset="0"/>
              <a:buChar char="•"/>
              <a:tabLst>
                <a:tab pos="354965" algn="l"/>
              </a:tabLst>
            </a:pPr>
            <a:r>
              <a:rPr lang="en-US" sz="1600" spc="-20" dirty="0">
                <a:solidFill>
                  <a:srgbClr val="1E1C11"/>
                </a:solidFill>
                <a:latin typeface="Arial"/>
                <a:cs typeface="Arial"/>
              </a:rPr>
              <a:t>            --Forensics domain update-Ryan Triplett</a:t>
            </a:r>
          </a:p>
          <a:p>
            <a:pPr marL="184150" indent="-171450">
              <a:spcBef>
                <a:spcPts val="20"/>
              </a:spcBef>
              <a:buClr>
                <a:srgbClr val="1F487C"/>
              </a:buClr>
              <a:buFont typeface="Arial" panose="020B0604020202020204" pitchFamily="34" charset="0"/>
              <a:buChar char="•"/>
              <a:tabLst>
                <a:tab pos="354965" algn="l"/>
              </a:tabLst>
            </a:pPr>
            <a:r>
              <a:rPr lang="en-US" sz="1600" spc="-20" dirty="0">
                <a:solidFill>
                  <a:srgbClr val="1E1C11"/>
                </a:solidFill>
                <a:latin typeface="Arial"/>
                <a:cs typeface="Arial"/>
              </a:rPr>
              <a:t>    </a:t>
            </a:r>
            <a:r>
              <a:rPr lang="en-US" sz="1600" spc="-10" dirty="0">
                <a:solidFill>
                  <a:srgbClr val="1E1C11"/>
                </a:solidFill>
                <a:latin typeface="Arial"/>
                <a:cs typeface="Arial"/>
              </a:rPr>
              <a:t>Q1 2026 Financial Snapshot – Cathie Mayo (OASIS)</a:t>
            </a:r>
          </a:p>
        </p:txBody>
      </p:sp>
      <p:sp>
        <p:nvSpPr>
          <p:cNvPr id="4" name="object 5">
            <a:extLst>
              <a:ext uri="{FF2B5EF4-FFF2-40B4-BE49-F238E27FC236}">
                <a16:creationId xmlns:a16="http://schemas.microsoft.com/office/drawing/2014/main" id="{CF68D552-BE00-02BC-2339-0B15BF9BB9C0}"/>
              </a:ext>
            </a:extLst>
          </p:cNvPr>
          <p:cNvSpPr txBox="1"/>
          <p:nvPr/>
        </p:nvSpPr>
        <p:spPr>
          <a:xfrm>
            <a:off x="6227022" y="1016290"/>
            <a:ext cx="5751450" cy="1152239"/>
          </a:xfrm>
          <a:prstGeom prst="rect">
            <a:avLst/>
          </a:prstGeom>
        </p:spPr>
        <p:txBody>
          <a:bodyPr vert="horz" wrap="square" lIns="0" tIns="43815" rIns="0" bIns="0" rtlCol="0">
            <a:spAutoFit/>
          </a:bodyPr>
          <a:lstStyle/>
          <a:p>
            <a:pPr marL="12700">
              <a:lnSpc>
                <a:spcPct val="100000"/>
              </a:lnSpc>
              <a:spcBef>
                <a:spcPts val="270"/>
              </a:spcBef>
            </a:pPr>
            <a:r>
              <a:rPr lang="en-US" sz="2400" b="1" spc="-10" dirty="0">
                <a:solidFill>
                  <a:srgbClr val="1E1C11"/>
                </a:solidFill>
                <a:latin typeface="Arial"/>
                <a:cs typeface="Arial"/>
              </a:rPr>
              <a:t>2026 Initiatives</a:t>
            </a:r>
            <a:endParaRPr lang="en-US" sz="1600" spc="-20" dirty="0">
              <a:solidFill>
                <a:srgbClr val="1E1C11"/>
              </a:solidFill>
              <a:latin typeface="Arial"/>
              <a:cs typeface="Arial"/>
            </a:endParaRPr>
          </a:p>
          <a:p>
            <a:pPr marL="413384" indent="-342900">
              <a:lnSpc>
                <a:spcPct val="100000"/>
              </a:lnSpc>
              <a:buClr>
                <a:srgbClr val="1F487C"/>
              </a:buClr>
              <a:buChar char="•"/>
              <a:tabLst>
                <a:tab pos="413384" algn="l"/>
              </a:tabLst>
            </a:pPr>
            <a:r>
              <a:rPr lang="en-US" sz="1600" spc="-30" dirty="0">
                <a:solidFill>
                  <a:srgbClr val="1E1C11"/>
                </a:solidFill>
                <a:latin typeface="Arial"/>
                <a:cs typeface="Arial"/>
              </a:rPr>
              <a:t>DMBOK</a:t>
            </a:r>
          </a:p>
          <a:p>
            <a:pPr marL="413384" indent="-342900">
              <a:lnSpc>
                <a:spcPct val="100000"/>
              </a:lnSpc>
              <a:buClr>
                <a:srgbClr val="1F487C"/>
              </a:buClr>
              <a:buChar char="•"/>
              <a:tabLst>
                <a:tab pos="413384" algn="l"/>
              </a:tabLst>
            </a:pPr>
            <a:r>
              <a:rPr lang="en-US" sz="1600" spc="-30" dirty="0">
                <a:solidFill>
                  <a:srgbClr val="1E1C11"/>
                </a:solidFill>
                <a:latin typeface="Arial"/>
                <a:cs typeface="Arial"/>
              </a:rPr>
              <a:t>Community Survey</a:t>
            </a:r>
          </a:p>
          <a:p>
            <a:pPr marL="413384" indent="-342900">
              <a:lnSpc>
                <a:spcPct val="100000"/>
              </a:lnSpc>
              <a:buClr>
                <a:srgbClr val="1F487C"/>
              </a:buClr>
              <a:buChar char="•"/>
              <a:tabLst>
                <a:tab pos="413384" algn="l"/>
              </a:tabLst>
            </a:pPr>
            <a:r>
              <a:rPr lang="en-US" sz="1600" spc="-30" dirty="0">
                <a:solidFill>
                  <a:srgbClr val="1E1C11"/>
                </a:solidFill>
                <a:latin typeface="Arial"/>
                <a:cs typeface="Arial"/>
              </a:rPr>
              <a:t>Sponsor/Volunteer Recruitment</a:t>
            </a:r>
            <a:endParaRPr sz="1600" dirty="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70329-8625-A4A1-C5DF-378356DFBAB8}"/>
            </a:ext>
          </a:extLst>
        </p:cNvPr>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2DFA864C-F795-CBED-C9EE-9F955AEFDA8E}"/>
              </a:ext>
            </a:extLst>
          </p:cNvPr>
          <p:cNvSpPr txBox="1">
            <a:spLocks/>
          </p:cNvSpPr>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F2F552B-1952-B44E-8CAB-5705F0ACD2E2}" type="slidenum">
              <a:rPr lang="uk-UA" sz="800" cap="all" smtClean="0">
                <a:solidFill>
                  <a:srgbClr val="0B2338"/>
                </a:solidFill>
                <a:latin typeface="Arial"/>
              </a:rPr>
              <a:pPr algn="r">
                <a:defRPr/>
              </a:pPr>
              <a:t>5</a:t>
            </a:fld>
            <a:endParaRPr lang="uk-UA" sz="800" cap="all" dirty="0">
              <a:solidFill>
                <a:srgbClr val="0B2338"/>
              </a:solidFill>
              <a:latin typeface="Arial"/>
            </a:endParaRPr>
          </a:p>
        </p:txBody>
      </p:sp>
      <p:sp>
        <p:nvSpPr>
          <p:cNvPr id="9" name="Title 2">
            <a:extLst>
              <a:ext uri="{FF2B5EF4-FFF2-40B4-BE49-F238E27FC236}">
                <a16:creationId xmlns:a16="http://schemas.microsoft.com/office/drawing/2014/main" id="{B5E6DAF5-F461-ED9E-2D5A-E6CF10AE9246}"/>
              </a:ext>
            </a:extLst>
          </p:cNvPr>
          <p:cNvSpPr>
            <a:spLocks noGrp="1"/>
          </p:cNvSpPr>
          <p:nvPr>
            <p:ph type="title"/>
          </p:nvPr>
        </p:nvSpPr>
        <p:spPr>
          <a:xfrm>
            <a:off x="457200" y="396905"/>
            <a:ext cx="11277600" cy="693337"/>
          </a:xfrm>
        </p:spPr>
        <p:txBody>
          <a:bodyPr/>
          <a:lstStyle/>
          <a:p>
            <a:r>
              <a:rPr lang="en-US" dirty="0">
                <a:solidFill>
                  <a:srgbClr val="004282"/>
                </a:solidFill>
              </a:rPr>
              <a:t>Potential financial integrity domain</a:t>
            </a:r>
          </a:p>
        </p:txBody>
      </p:sp>
      <p:sp>
        <p:nvSpPr>
          <p:cNvPr id="10" name="Content Placeholder 3">
            <a:extLst>
              <a:ext uri="{FF2B5EF4-FFF2-40B4-BE49-F238E27FC236}">
                <a16:creationId xmlns:a16="http://schemas.microsoft.com/office/drawing/2014/main" id="{F46ADE50-DA18-821C-8F38-A80442188A34}"/>
              </a:ext>
            </a:extLst>
          </p:cNvPr>
          <p:cNvSpPr txBox="1">
            <a:spLocks/>
          </p:cNvSpPr>
          <p:nvPr/>
        </p:nvSpPr>
        <p:spPr>
          <a:xfrm>
            <a:off x="457200" y="1246909"/>
            <a:ext cx="11277600" cy="5001491"/>
          </a:xfrm>
          <a:prstGeom prst="rect">
            <a:avLst/>
          </a:prstGeom>
        </p:spPr>
        <p:txBody>
          <a:bodyPr/>
          <a:lstStyle>
            <a:lvl1pPr marL="342900" indent="-342900" algn="l" defTabSz="457200" rtl="0" eaLnBrk="1" latinLnBrk="0" hangingPunct="1">
              <a:spcBef>
                <a:spcPct val="20000"/>
              </a:spcBef>
              <a:buClr>
                <a:schemeClr val="tx2"/>
              </a:buClr>
              <a:buFont typeface="Arial"/>
              <a:buChar char="•"/>
              <a:defRPr sz="3200" kern="1200">
                <a:solidFill>
                  <a:schemeClr val="bg1">
                    <a:lumMod val="50000"/>
                  </a:schemeClr>
                </a:solidFill>
                <a:latin typeface="+mn-lt"/>
                <a:ea typeface="+mn-ea"/>
                <a:cs typeface="+mn-cs"/>
              </a:defRPr>
            </a:lvl1pPr>
            <a:lvl2pPr marL="742950" indent="-285750" algn="l" defTabSz="457200" rtl="0" eaLnBrk="1" latinLnBrk="0" hangingPunct="1">
              <a:spcBef>
                <a:spcPct val="20000"/>
              </a:spcBef>
              <a:buClr>
                <a:schemeClr val="tx2"/>
              </a:buClr>
              <a:buFont typeface="Arial"/>
              <a:buChar char="–"/>
              <a:defRPr sz="2800" kern="1200">
                <a:solidFill>
                  <a:schemeClr val="bg1">
                    <a:lumMod val="50000"/>
                  </a:schemeClr>
                </a:solidFill>
                <a:latin typeface="+mn-lt"/>
                <a:ea typeface="+mn-ea"/>
                <a:cs typeface="+mn-cs"/>
              </a:defRPr>
            </a:lvl2pPr>
            <a:lvl3pPr marL="1143000" indent="-228600" algn="l" defTabSz="457200" rtl="0" eaLnBrk="1" latinLnBrk="0" hangingPunct="1">
              <a:spcBef>
                <a:spcPct val="20000"/>
              </a:spcBef>
              <a:buClr>
                <a:schemeClr val="tx2"/>
              </a:buClr>
              <a:buFont typeface="Arial"/>
              <a:buChar char="•"/>
              <a:defRPr sz="2400" kern="1200">
                <a:solidFill>
                  <a:schemeClr val="bg1">
                    <a:lumMod val="50000"/>
                  </a:schemeClr>
                </a:solidFill>
                <a:latin typeface="+mn-lt"/>
                <a:ea typeface="+mn-ea"/>
                <a:cs typeface="+mn-cs"/>
              </a:defRPr>
            </a:lvl3pPr>
            <a:lvl4pPr marL="1600200" indent="-228600" algn="l" defTabSz="457200" rtl="0" eaLnBrk="1" latinLnBrk="0" hangingPunct="1">
              <a:spcBef>
                <a:spcPct val="20000"/>
              </a:spcBef>
              <a:buClr>
                <a:schemeClr val="tx2"/>
              </a:buClr>
              <a:buFont typeface="Arial"/>
              <a:buChar char="–"/>
              <a:defRPr sz="2000" kern="1200">
                <a:solidFill>
                  <a:schemeClr val="bg1">
                    <a:lumMod val="50000"/>
                  </a:schemeClr>
                </a:solidFill>
                <a:latin typeface="+mn-lt"/>
                <a:ea typeface="+mn-ea"/>
                <a:cs typeface="+mn-cs"/>
              </a:defRPr>
            </a:lvl4pPr>
            <a:lvl5pPr marL="2057400" indent="-228600" algn="l" defTabSz="457200" rtl="0" eaLnBrk="1" latinLnBrk="0" hangingPunct="1">
              <a:spcBef>
                <a:spcPct val="20000"/>
              </a:spcBef>
              <a:buClr>
                <a:schemeClr val="tx2"/>
              </a:buClr>
              <a:buFont typeface="Arial"/>
              <a:buChar char="»"/>
              <a:defRPr sz="2000" kern="1200">
                <a:solidFill>
                  <a:schemeClr val="bg1">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50000"/>
              </a:lnSpc>
            </a:pPr>
            <a:r>
              <a:rPr lang="en-US" sz="2200" dirty="0">
                <a:solidFill>
                  <a:srgbClr val="000000"/>
                </a:solidFill>
              </a:rPr>
              <a:t>Support for information exchanges to counter fraud, waste and abuse</a:t>
            </a:r>
          </a:p>
          <a:p>
            <a:pPr>
              <a:lnSpc>
                <a:spcPct val="150000"/>
              </a:lnSpc>
            </a:pPr>
            <a:r>
              <a:rPr lang="en-US" sz="2200" dirty="0">
                <a:solidFill>
                  <a:srgbClr val="000000"/>
                </a:solidFill>
              </a:rPr>
              <a:t>Scope could include contracts, grant management, beneficial ownership</a:t>
            </a:r>
          </a:p>
          <a:p>
            <a:pPr>
              <a:lnSpc>
                <a:spcPct val="150000"/>
              </a:lnSpc>
            </a:pPr>
            <a:r>
              <a:rPr lang="en-US" sz="2200" dirty="0">
                <a:solidFill>
                  <a:srgbClr val="000000"/>
                </a:solidFill>
              </a:rPr>
              <a:t>Reuse of community-agreed data models, with local extensions</a:t>
            </a:r>
          </a:p>
          <a:p>
            <a:pPr>
              <a:lnSpc>
                <a:spcPct val="150000"/>
              </a:lnSpc>
            </a:pPr>
            <a:r>
              <a:rPr lang="en-US" sz="2200" dirty="0">
                <a:solidFill>
                  <a:srgbClr val="000000"/>
                </a:solidFill>
              </a:rPr>
              <a:t>A technology-neutral data modeling language compatible with ontology formalisms</a:t>
            </a:r>
          </a:p>
          <a:p>
            <a:pPr>
              <a:lnSpc>
                <a:spcPct val="150000"/>
              </a:lnSpc>
            </a:pPr>
            <a:r>
              <a:rPr lang="en-US" sz="2200" dirty="0">
                <a:solidFill>
                  <a:srgbClr val="000000"/>
                </a:solidFill>
              </a:rPr>
              <a:t>Knowledge graph representation of exchanged data</a:t>
            </a:r>
          </a:p>
          <a:p>
            <a:pPr>
              <a:lnSpc>
                <a:spcPct val="150000"/>
              </a:lnSpc>
            </a:pPr>
            <a:r>
              <a:rPr lang="en-US" sz="2200" dirty="0">
                <a:solidFill>
                  <a:srgbClr val="000000"/>
                </a:solidFill>
              </a:rPr>
              <a:t>Automated conversion between supported serializations (XML to JSON, etc.)</a:t>
            </a:r>
          </a:p>
          <a:p>
            <a:pPr>
              <a:lnSpc>
                <a:spcPct val="150000"/>
              </a:lnSpc>
            </a:pPr>
            <a:r>
              <a:rPr lang="en-US" sz="2200" dirty="0">
                <a:solidFill>
                  <a:srgbClr val="000000"/>
                </a:solidFill>
              </a:rPr>
              <a:t>Machine validation of message specifications for NIEM conformance</a:t>
            </a:r>
          </a:p>
          <a:p>
            <a:pPr>
              <a:lnSpc>
                <a:spcPct val="150000"/>
              </a:lnSpc>
            </a:pPr>
            <a:r>
              <a:rPr lang="en-US" sz="2200" dirty="0">
                <a:solidFill>
                  <a:srgbClr val="000000"/>
                </a:solidFill>
              </a:rPr>
              <a:t>Machine validation of exchanged data for message specification conformance</a:t>
            </a:r>
          </a:p>
        </p:txBody>
      </p:sp>
    </p:spTree>
    <p:extLst>
      <p:ext uri="{BB962C8B-B14F-4D97-AF65-F5344CB8AC3E}">
        <p14:creationId xmlns:p14="http://schemas.microsoft.com/office/powerpoint/2010/main" val="4139003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12EFD78-8434-88C9-C9D7-F93032FADEC4}"/>
              </a:ext>
            </a:extLst>
          </p:cNvPr>
          <p:cNvSpPr>
            <a:spLocks noGrp="1"/>
          </p:cNvSpPr>
          <p:nvPr>
            <p:ph type="title"/>
          </p:nvPr>
        </p:nvSpPr>
        <p:spPr/>
        <p:txBody>
          <a:bodyPr/>
          <a:lstStyle/>
          <a:p>
            <a:r>
              <a:rPr lang="en-US" dirty="0"/>
              <a:t>NTAC Updates for May 2026 NBAC Call</a:t>
            </a:r>
          </a:p>
        </p:txBody>
      </p:sp>
    </p:spTree>
    <p:extLst>
      <p:ext uri="{BB962C8B-B14F-4D97-AF65-F5344CB8AC3E}">
        <p14:creationId xmlns:p14="http://schemas.microsoft.com/office/powerpoint/2010/main" val="850928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452FB56-FE9F-A7AB-9957-D5F6D9053D95}"/>
              </a:ext>
            </a:extLst>
          </p:cNvPr>
          <p:cNvSpPr>
            <a:spLocks noGrp="1"/>
          </p:cNvSpPr>
          <p:nvPr>
            <p:ph type="sldNum" sz="quarter" idx="4"/>
          </p:nvPr>
        </p:nvSpPr>
        <p:spPr/>
        <p:txBody>
          <a:bodyPr/>
          <a:lstStyle/>
          <a:p>
            <a:fld id="{6E6030FC-FB78-5E4D-92EA-5D9433591EA9}" type="slidenum">
              <a:rPr lang="en-US" smtClean="0"/>
              <a:pPr/>
              <a:t>7</a:t>
            </a:fld>
            <a:endParaRPr lang="en-US" dirty="0"/>
          </a:p>
        </p:txBody>
      </p:sp>
      <p:sp>
        <p:nvSpPr>
          <p:cNvPr id="5" name="Slide Number Placeholder 1">
            <a:extLst>
              <a:ext uri="{FF2B5EF4-FFF2-40B4-BE49-F238E27FC236}">
                <a16:creationId xmlns:a16="http://schemas.microsoft.com/office/drawing/2014/main" id="{143B5A70-06C9-F8A2-F4EB-794BD9D138AE}"/>
              </a:ext>
            </a:extLst>
          </p:cNvPr>
          <p:cNvSpPr txBox="1">
            <a:spLocks/>
          </p:cNvSpPr>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F2F552B-1952-B44E-8CAB-5705F0ACD2E2}" type="slidenum">
              <a:rPr lang="uk-UA" sz="800" cap="all" smtClean="0">
                <a:solidFill>
                  <a:srgbClr val="0B2338"/>
                </a:solidFill>
                <a:latin typeface="Arial"/>
              </a:rPr>
              <a:pPr algn="r">
                <a:defRPr/>
              </a:pPr>
              <a:t>7</a:t>
            </a:fld>
            <a:endParaRPr lang="uk-UA" sz="800" cap="all" dirty="0">
              <a:solidFill>
                <a:srgbClr val="0B2338"/>
              </a:solidFill>
              <a:latin typeface="Arial"/>
            </a:endParaRPr>
          </a:p>
        </p:txBody>
      </p:sp>
      <p:sp>
        <p:nvSpPr>
          <p:cNvPr id="6" name="Title 2">
            <a:extLst>
              <a:ext uri="{FF2B5EF4-FFF2-40B4-BE49-F238E27FC236}">
                <a16:creationId xmlns:a16="http://schemas.microsoft.com/office/drawing/2014/main" id="{2EDFA924-638B-3D27-D587-485200366678}"/>
              </a:ext>
            </a:extLst>
          </p:cNvPr>
          <p:cNvSpPr txBox="1">
            <a:spLocks/>
          </p:cNvSpPr>
          <p:nvPr/>
        </p:nvSpPr>
        <p:spPr>
          <a:xfrm>
            <a:off x="457200" y="396905"/>
            <a:ext cx="11277600" cy="693337"/>
          </a:xfrm>
          <a:prstGeom prst="rect">
            <a:avLst/>
          </a:prstGeom>
        </p:spPr>
        <p:txBody>
          <a:bodyPr>
            <a:normAutofit/>
          </a:bodyPr>
          <a:lstStyle>
            <a:lvl1pPr algn="l" defTabSz="457200" rtl="0" eaLnBrk="1" latinLnBrk="0" hangingPunct="1">
              <a:lnSpc>
                <a:spcPct val="80000"/>
              </a:lnSpc>
              <a:spcBef>
                <a:spcPct val="0"/>
              </a:spcBef>
              <a:buNone/>
              <a:defRPr sz="3200" b="1" kern="1200" cap="all">
                <a:solidFill>
                  <a:srgbClr val="004383"/>
                </a:solidFill>
                <a:effectLst/>
                <a:latin typeface="+mj-lt"/>
                <a:ea typeface="+mj-ea"/>
                <a:cs typeface="+mj-cs"/>
              </a:defRPr>
            </a:lvl1pPr>
          </a:lstStyle>
          <a:p>
            <a:r>
              <a:rPr lang="en-US" sz="2400"/>
              <a:t>Update on Counter-UAS information standards</a:t>
            </a:r>
            <a:endParaRPr lang="en-US" sz="2400" dirty="0">
              <a:solidFill>
                <a:srgbClr val="004282"/>
              </a:solidFill>
            </a:endParaRPr>
          </a:p>
        </p:txBody>
      </p:sp>
      <p:sp>
        <p:nvSpPr>
          <p:cNvPr id="7" name="Content Placeholder 3">
            <a:extLst>
              <a:ext uri="{FF2B5EF4-FFF2-40B4-BE49-F238E27FC236}">
                <a16:creationId xmlns:a16="http://schemas.microsoft.com/office/drawing/2014/main" id="{D788F5A1-52DF-DCA6-2DAE-7D3E960E5A3F}"/>
              </a:ext>
            </a:extLst>
          </p:cNvPr>
          <p:cNvSpPr txBox="1">
            <a:spLocks/>
          </p:cNvSpPr>
          <p:nvPr/>
        </p:nvSpPr>
        <p:spPr>
          <a:xfrm>
            <a:off x="457200" y="795484"/>
            <a:ext cx="11277600" cy="5431698"/>
          </a:xfrm>
          <a:prstGeom prst="rect">
            <a:avLst/>
          </a:prstGeom>
        </p:spPr>
        <p:txBody>
          <a:bodyPr/>
          <a:lstStyle>
            <a:lvl1pPr marL="342900" indent="-342900" algn="l" defTabSz="457200" rtl="0" eaLnBrk="1" latinLnBrk="0" hangingPunct="1">
              <a:spcBef>
                <a:spcPct val="20000"/>
              </a:spcBef>
              <a:buClr>
                <a:schemeClr val="tx2"/>
              </a:buClr>
              <a:buFont typeface="Arial"/>
              <a:buChar char="•"/>
              <a:defRPr sz="3200" kern="1200">
                <a:solidFill>
                  <a:schemeClr val="bg1">
                    <a:lumMod val="50000"/>
                  </a:schemeClr>
                </a:solidFill>
                <a:latin typeface="+mn-lt"/>
                <a:ea typeface="+mn-ea"/>
                <a:cs typeface="+mn-cs"/>
              </a:defRPr>
            </a:lvl1pPr>
            <a:lvl2pPr marL="742950" indent="-285750" algn="l" defTabSz="457200" rtl="0" eaLnBrk="1" latinLnBrk="0" hangingPunct="1">
              <a:spcBef>
                <a:spcPct val="20000"/>
              </a:spcBef>
              <a:buClr>
                <a:schemeClr val="tx2"/>
              </a:buClr>
              <a:buFont typeface="Arial"/>
              <a:buChar char="–"/>
              <a:defRPr sz="2800" kern="1200">
                <a:solidFill>
                  <a:schemeClr val="bg1">
                    <a:lumMod val="50000"/>
                  </a:schemeClr>
                </a:solidFill>
                <a:latin typeface="+mn-lt"/>
                <a:ea typeface="+mn-ea"/>
                <a:cs typeface="+mn-cs"/>
              </a:defRPr>
            </a:lvl2pPr>
            <a:lvl3pPr marL="1143000" indent="-228600" algn="l" defTabSz="457200" rtl="0" eaLnBrk="1" latinLnBrk="0" hangingPunct="1">
              <a:spcBef>
                <a:spcPct val="20000"/>
              </a:spcBef>
              <a:buClr>
                <a:schemeClr val="tx2"/>
              </a:buClr>
              <a:buFont typeface="Arial"/>
              <a:buChar char="•"/>
              <a:defRPr sz="2400" kern="1200">
                <a:solidFill>
                  <a:schemeClr val="bg1">
                    <a:lumMod val="50000"/>
                  </a:schemeClr>
                </a:solidFill>
                <a:latin typeface="+mn-lt"/>
                <a:ea typeface="+mn-ea"/>
                <a:cs typeface="+mn-cs"/>
              </a:defRPr>
            </a:lvl3pPr>
            <a:lvl4pPr marL="1600200" indent="-228600" algn="l" defTabSz="457200" rtl="0" eaLnBrk="1" latinLnBrk="0" hangingPunct="1">
              <a:spcBef>
                <a:spcPct val="20000"/>
              </a:spcBef>
              <a:buClr>
                <a:schemeClr val="tx2"/>
              </a:buClr>
              <a:buFont typeface="Arial"/>
              <a:buChar char="–"/>
              <a:defRPr sz="2000" kern="1200">
                <a:solidFill>
                  <a:schemeClr val="bg1">
                    <a:lumMod val="50000"/>
                  </a:schemeClr>
                </a:solidFill>
                <a:latin typeface="+mn-lt"/>
                <a:ea typeface="+mn-ea"/>
                <a:cs typeface="+mn-cs"/>
              </a:defRPr>
            </a:lvl4pPr>
            <a:lvl5pPr marL="2057400" indent="-228600" algn="l" defTabSz="457200" rtl="0" eaLnBrk="1" latinLnBrk="0" hangingPunct="1">
              <a:spcBef>
                <a:spcPct val="20000"/>
              </a:spcBef>
              <a:buClr>
                <a:schemeClr val="tx2"/>
              </a:buClr>
              <a:buFont typeface="Arial"/>
              <a:buChar char="»"/>
              <a:defRPr sz="2000" kern="1200">
                <a:solidFill>
                  <a:schemeClr val="bg1">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400" b="1" dirty="0"/>
              <a:t>What Counter UAS data and information sharing standards have been developed so far?</a:t>
            </a:r>
          </a:p>
          <a:p>
            <a:pPr lvl="0"/>
            <a:r>
              <a:rPr lang="en-US" sz="1400" dirty="0"/>
              <a:t>NATO has codified the open architecture standard used by SAPIENT (STANREC 4869) and major NATO partners have adopted its use for vendor purchases.</a:t>
            </a:r>
          </a:p>
          <a:p>
            <a:pPr lvl="1"/>
            <a:r>
              <a:rPr lang="en-US" sz="1400" dirty="0"/>
              <a:t>SAPIENT Plug and Play approach is to enhance vendor products to process raw data and transmit standardized information exchange messages between components </a:t>
            </a:r>
          </a:p>
          <a:p>
            <a:pPr lvl="1"/>
            <a:r>
              <a:rPr lang="en-US" sz="1400" dirty="0"/>
              <a:t>SAPIENT protocol decouples sensor edge nodes from the Central Fusion Engine (or Decision Engine). Instead of sending massive, unstructured raw video or radar files, edge devices use high-speed, structural data formats to send localized intelligence</a:t>
            </a:r>
          </a:p>
          <a:p>
            <a:pPr lvl="1"/>
            <a:r>
              <a:rPr lang="en-US" sz="1400" dirty="0"/>
              <a:t>SAPIENT data protocols were heavily validated during live drone interceptions at the NATO Summit in June 2026</a:t>
            </a:r>
          </a:p>
          <a:p>
            <a:r>
              <a:rPr lang="en-US" sz="1400" dirty="0"/>
              <a:t>Domestic US Legal Codification for improving counter unmanned system data sharing standards were released in July through the SAFER Skies Act.  This rule legally regulates data behaviors for State, Local, Tribal, and Territorial (SLTT) law enforcement operating C-UAS gear.</a:t>
            </a:r>
          </a:p>
          <a:p>
            <a:pPr lvl="1"/>
            <a:r>
              <a:rPr lang="en-US" sz="1400" dirty="0"/>
              <a:t>For the first time, local law enforcement agencies must utilize uniform data reporting schemas for </a:t>
            </a:r>
            <a:r>
              <a:rPr lang="en-US" sz="1400" i="1" dirty="0"/>
              <a:t>mitigation tracking</a:t>
            </a:r>
            <a:r>
              <a:rPr lang="en-US" sz="1400" dirty="0"/>
              <a:t>. They are required to synchronize data fields with real-time Air Traffic Control networks and strictly adhere to federal data retention and privacy bounds</a:t>
            </a:r>
          </a:p>
          <a:p>
            <a:pPr lvl="1"/>
            <a:r>
              <a:rPr lang="en-US" sz="1400" dirty="0"/>
              <a:t>Vendors can no longer just build standalone security monitors. Systems must have out-of-the-box API integrations with federal tracking portals</a:t>
            </a:r>
          </a:p>
          <a:p>
            <a:r>
              <a:rPr lang="en-US" sz="1400" dirty="0"/>
              <a:t>World Cup counter unmanned systems detection results</a:t>
            </a:r>
          </a:p>
          <a:p>
            <a:pPr lvl="1"/>
            <a:r>
              <a:rPr lang="en-US" sz="1400" dirty="0"/>
              <a:t>During the </a:t>
            </a:r>
            <a:r>
              <a:rPr lang="en-US" sz="1400" b="1" dirty="0"/>
              <a:t>FIFA World Cup 2026</a:t>
            </a:r>
            <a:r>
              <a:rPr lang="en-US" sz="1400" dirty="0"/>
              <a:t> operations spanning June and July, the joint federal, state, and local counter-UAS mission executed the most comprehensive drone detection and mitigation effort in U.S. history. Security agencies </a:t>
            </a:r>
            <a:r>
              <a:rPr lang="en-US" sz="1400" b="1" dirty="0"/>
              <a:t>detected nearly 1,600 unauthorized drones</a:t>
            </a:r>
            <a:r>
              <a:rPr lang="en-US" sz="1400" dirty="0"/>
              <a:t> flying near venues and successfully </a:t>
            </a:r>
            <a:r>
              <a:rPr lang="en-US" sz="1400" b="1" dirty="0"/>
              <a:t>mitigated and seized more than 700 drones</a:t>
            </a:r>
            <a:r>
              <a:rPr lang="en-US" sz="1400" dirty="0"/>
              <a:t> that breached restricted airspace</a:t>
            </a:r>
          </a:p>
          <a:p>
            <a:pPr lvl="1"/>
            <a:r>
              <a:rPr lang="en-US" sz="1400" dirty="0"/>
              <a:t>DOT confirmed that the data sharing, detection metrics, and multi-agency communication workflows optimized during the 2026 World Cup will serve as the exact baseline blueprint for securing the upcoming 2028 Olympics in Los Angeles</a:t>
            </a:r>
          </a:p>
        </p:txBody>
      </p:sp>
    </p:spTree>
    <p:extLst>
      <p:ext uri="{BB962C8B-B14F-4D97-AF65-F5344CB8AC3E}">
        <p14:creationId xmlns:p14="http://schemas.microsoft.com/office/powerpoint/2010/main" val="3394009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329238" y="3189131"/>
            <a:ext cx="11582400" cy="104015"/>
          </a:xfrm>
          <a:custGeom>
            <a:avLst/>
            <a:gdLst/>
            <a:ahLst/>
            <a:cxnLst/>
            <a:rect l="l" t="t" r="r" b="b"/>
            <a:pathLst>
              <a:path w="11582400" h="104139">
                <a:moveTo>
                  <a:pt x="0" y="104012"/>
                </a:moveTo>
                <a:lnTo>
                  <a:pt x="11582400" y="0"/>
                </a:lnTo>
              </a:path>
            </a:pathLst>
          </a:custGeom>
          <a:ln w="38100">
            <a:solidFill>
              <a:srgbClr val="1E1C11"/>
            </a:solidFill>
          </a:ln>
        </p:spPr>
        <p:txBody>
          <a:bodyPr wrap="square" lIns="0" tIns="0" rIns="0" bIns="0" rtlCol="0"/>
          <a:lstStyle/>
          <a:p>
            <a:endParaRPr/>
          </a:p>
        </p:txBody>
      </p:sp>
      <p:sp>
        <p:nvSpPr>
          <p:cNvPr id="9" name="object 9"/>
          <p:cNvSpPr txBox="1"/>
          <p:nvPr/>
        </p:nvSpPr>
        <p:spPr>
          <a:xfrm>
            <a:off x="617626" y="657605"/>
            <a:ext cx="1302385" cy="269240"/>
          </a:xfrm>
          <a:prstGeom prst="rect">
            <a:avLst/>
          </a:prstGeom>
        </p:spPr>
        <p:txBody>
          <a:bodyPr vert="horz" wrap="square" lIns="0" tIns="12065" rIns="0" bIns="0" rtlCol="0">
            <a:spAutoFit/>
          </a:bodyPr>
          <a:lstStyle/>
          <a:p>
            <a:pPr marL="354965" indent="-342265">
              <a:lnSpc>
                <a:spcPct val="100000"/>
              </a:lnSpc>
              <a:spcBef>
                <a:spcPts val="95"/>
              </a:spcBef>
              <a:buClr>
                <a:srgbClr val="1F487C"/>
              </a:buClr>
              <a:buFont typeface="Arial"/>
              <a:buChar char="•"/>
              <a:tabLst>
                <a:tab pos="354965" algn="l"/>
              </a:tabLst>
            </a:pPr>
            <a:r>
              <a:rPr sz="1600" b="1" spc="-10" dirty="0">
                <a:solidFill>
                  <a:srgbClr val="1E1C11"/>
                </a:solidFill>
                <a:latin typeface="Arial"/>
                <a:cs typeface="Arial"/>
              </a:rPr>
              <a:t>Sponsors</a:t>
            </a:r>
            <a:endParaRPr sz="1600">
              <a:latin typeface="Arial"/>
              <a:cs typeface="Arial"/>
            </a:endParaRPr>
          </a:p>
        </p:txBody>
      </p:sp>
      <p:sp>
        <p:nvSpPr>
          <p:cNvPr id="10" name="object 10"/>
          <p:cNvSpPr txBox="1"/>
          <p:nvPr/>
        </p:nvSpPr>
        <p:spPr>
          <a:xfrm>
            <a:off x="981419" y="923600"/>
            <a:ext cx="1224280" cy="1454244"/>
          </a:xfrm>
          <a:prstGeom prst="rect">
            <a:avLst/>
          </a:prstGeom>
        </p:spPr>
        <p:txBody>
          <a:bodyPr vert="horz" wrap="square" lIns="0" tIns="43180" rIns="0" bIns="0" rtlCol="0">
            <a:spAutoFit/>
          </a:bodyPr>
          <a:lstStyle/>
          <a:p>
            <a:pPr marL="299085" indent="-286385">
              <a:lnSpc>
                <a:spcPct val="100000"/>
              </a:lnSpc>
              <a:spcBef>
                <a:spcPts val="340"/>
              </a:spcBef>
              <a:buClr>
                <a:srgbClr val="1F487C"/>
              </a:buClr>
              <a:buFont typeface="Arial"/>
              <a:buChar char="–"/>
              <a:tabLst>
                <a:tab pos="299085" algn="l"/>
              </a:tabLst>
            </a:pPr>
            <a:r>
              <a:rPr lang="en-US" sz="1000" b="1" dirty="0">
                <a:solidFill>
                  <a:srgbClr val="002060"/>
                </a:solidFill>
                <a:latin typeface="Arial"/>
                <a:cs typeface="Arial"/>
              </a:rPr>
              <a:t>Bright Query</a:t>
            </a:r>
            <a:endParaRPr sz="1000" dirty="0">
              <a:solidFill>
                <a:srgbClr val="002060"/>
              </a:solidFill>
              <a:latin typeface="Arial"/>
              <a:cs typeface="Arial"/>
            </a:endParaRPr>
          </a:p>
          <a:p>
            <a:pPr marL="299085" indent="-286385">
              <a:lnSpc>
                <a:spcPct val="100000"/>
              </a:lnSpc>
              <a:spcBef>
                <a:spcPts val="240"/>
              </a:spcBef>
              <a:buClr>
                <a:srgbClr val="1F487C"/>
              </a:buClr>
              <a:buFont typeface="Arial"/>
              <a:buChar char="–"/>
              <a:tabLst>
                <a:tab pos="299085" algn="l"/>
              </a:tabLst>
            </a:pPr>
            <a:r>
              <a:rPr sz="1000" b="1" dirty="0">
                <a:solidFill>
                  <a:srgbClr val="FF0000"/>
                </a:solidFill>
                <a:latin typeface="Arial"/>
                <a:cs typeface="Arial"/>
              </a:rPr>
              <a:t>DHS</a:t>
            </a:r>
            <a:r>
              <a:rPr sz="1000" b="1" spc="-20" dirty="0">
                <a:solidFill>
                  <a:srgbClr val="FF0000"/>
                </a:solidFill>
                <a:latin typeface="Arial"/>
                <a:cs typeface="Arial"/>
              </a:rPr>
              <a:t> </a:t>
            </a:r>
            <a:r>
              <a:rPr sz="1000" b="1" spc="-25" dirty="0">
                <a:solidFill>
                  <a:srgbClr val="FF0000"/>
                </a:solidFill>
                <a:latin typeface="Arial"/>
                <a:cs typeface="Arial"/>
              </a:rPr>
              <a:t>S&amp;T</a:t>
            </a:r>
            <a:endParaRPr sz="1000" dirty="0">
              <a:latin typeface="Arial"/>
              <a:cs typeface="Arial"/>
            </a:endParaRPr>
          </a:p>
          <a:p>
            <a:pPr marL="299085" indent="-286385">
              <a:lnSpc>
                <a:spcPct val="100000"/>
              </a:lnSpc>
              <a:spcBef>
                <a:spcPts val="240"/>
              </a:spcBef>
              <a:buClr>
                <a:srgbClr val="1F487C"/>
              </a:buClr>
              <a:buFont typeface="Arial"/>
              <a:buChar char="–"/>
              <a:tabLst>
                <a:tab pos="299085" algn="l"/>
              </a:tabLst>
            </a:pPr>
            <a:r>
              <a:rPr sz="1000" b="1" dirty="0">
                <a:solidFill>
                  <a:srgbClr val="FF0000"/>
                </a:solidFill>
                <a:latin typeface="Arial"/>
                <a:cs typeface="Arial"/>
              </a:rPr>
              <a:t>CJIS</a:t>
            </a:r>
            <a:r>
              <a:rPr sz="1000" b="1" spc="-25" dirty="0">
                <a:solidFill>
                  <a:srgbClr val="FF0000"/>
                </a:solidFill>
                <a:latin typeface="Arial"/>
                <a:cs typeface="Arial"/>
              </a:rPr>
              <a:t> </a:t>
            </a:r>
            <a:r>
              <a:rPr sz="1000" b="1" spc="-10" dirty="0">
                <a:solidFill>
                  <a:srgbClr val="FF0000"/>
                </a:solidFill>
                <a:latin typeface="Arial"/>
                <a:cs typeface="Arial"/>
              </a:rPr>
              <a:t>(FBI)</a:t>
            </a:r>
            <a:endParaRPr sz="1000" dirty="0">
              <a:latin typeface="Arial"/>
              <a:cs typeface="Arial"/>
            </a:endParaRPr>
          </a:p>
          <a:p>
            <a:pPr marL="299085" indent="-286385">
              <a:lnSpc>
                <a:spcPct val="100000"/>
              </a:lnSpc>
              <a:spcBef>
                <a:spcPts val="240"/>
              </a:spcBef>
              <a:buClr>
                <a:srgbClr val="1F487C"/>
              </a:buClr>
              <a:buChar char="–"/>
              <a:tabLst>
                <a:tab pos="299085" algn="l"/>
              </a:tabLst>
            </a:pPr>
            <a:r>
              <a:rPr sz="1000" spc="-20" dirty="0">
                <a:solidFill>
                  <a:srgbClr val="1E1C11"/>
                </a:solidFill>
                <a:latin typeface="Arial"/>
                <a:cs typeface="Arial"/>
              </a:rPr>
              <a:t>GTRI</a:t>
            </a:r>
            <a:endParaRPr sz="1000" dirty="0">
              <a:latin typeface="Arial"/>
              <a:cs typeface="Arial"/>
            </a:endParaRPr>
          </a:p>
          <a:p>
            <a:pPr marL="299085" indent="-286385">
              <a:lnSpc>
                <a:spcPct val="100000"/>
              </a:lnSpc>
              <a:spcBef>
                <a:spcPts val="240"/>
              </a:spcBef>
              <a:buClr>
                <a:srgbClr val="1F487C"/>
              </a:buClr>
              <a:buChar char="–"/>
              <a:tabLst>
                <a:tab pos="299085" algn="l"/>
              </a:tabLst>
            </a:pPr>
            <a:r>
              <a:rPr sz="1000" spc="-20" dirty="0">
                <a:solidFill>
                  <a:srgbClr val="1E1C11"/>
                </a:solidFill>
                <a:latin typeface="Arial"/>
                <a:cs typeface="Arial"/>
              </a:rPr>
              <a:t>NAJIS</a:t>
            </a:r>
            <a:endParaRPr sz="1000" dirty="0">
              <a:latin typeface="Arial"/>
              <a:cs typeface="Arial"/>
            </a:endParaRPr>
          </a:p>
          <a:p>
            <a:pPr marL="299085" indent="-286385">
              <a:lnSpc>
                <a:spcPct val="100000"/>
              </a:lnSpc>
              <a:spcBef>
                <a:spcPts val="240"/>
              </a:spcBef>
              <a:buClr>
                <a:srgbClr val="1F487C"/>
              </a:buClr>
              <a:buChar char="–"/>
              <a:tabLst>
                <a:tab pos="299085" algn="l"/>
              </a:tabLst>
            </a:pPr>
            <a:r>
              <a:rPr sz="1000" spc="-20" dirty="0">
                <a:solidFill>
                  <a:srgbClr val="1E1C11"/>
                </a:solidFill>
                <a:latin typeface="Arial"/>
                <a:cs typeface="Arial"/>
              </a:rPr>
              <a:t>IJIS</a:t>
            </a:r>
            <a:endParaRPr lang="en-US" sz="1000" dirty="0">
              <a:latin typeface="Arial"/>
              <a:cs typeface="Arial"/>
            </a:endParaRPr>
          </a:p>
          <a:p>
            <a:pPr marL="299085" indent="-286385">
              <a:lnSpc>
                <a:spcPct val="100000"/>
              </a:lnSpc>
              <a:spcBef>
                <a:spcPts val="240"/>
              </a:spcBef>
              <a:buClr>
                <a:srgbClr val="1F487C"/>
              </a:buClr>
              <a:buChar char="–"/>
              <a:tabLst>
                <a:tab pos="299085" algn="l"/>
              </a:tabLst>
            </a:pPr>
            <a:r>
              <a:rPr lang="en-US" sz="1000" spc="-25" dirty="0">
                <a:solidFill>
                  <a:srgbClr val="1E1C11"/>
                </a:solidFill>
                <a:latin typeface="Arial"/>
                <a:cs typeface="Arial"/>
              </a:rPr>
              <a:t>Senzing</a:t>
            </a:r>
          </a:p>
          <a:p>
            <a:pPr marL="299085" indent="-286385">
              <a:lnSpc>
                <a:spcPct val="100000"/>
              </a:lnSpc>
              <a:spcBef>
                <a:spcPts val="240"/>
              </a:spcBef>
              <a:buClr>
                <a:srgbClr val="1F487C"/>
              </a:buClr>
              <a:buChar char="–"/>
              <a:tabLst>
                <a:tab pos="299085" algn="l"/>
              </a:tabLst>
            </a:pPr>
            <a:r>
              <a:rPr lang="en-US" sz="1000" spc="-25" dirty="0">
                <a:solidFill>
                  <a:srgbClr val="1E1C11"/>
                </a:solidFill>
                <a:latin typeface="Arial"/>
                <a:cs typeface="Arial"/>
              </a:rPr>
              <a:t>SEARCH</a:t>
            </a:r>
          </a:p>
        </p:txBody>
      </p:sp>
      <p:sp>
        <p:nvSpPr>
          <p:cNvPr id="11" name="object 11"/>
          <p:cNvSpPr txBox="1">
            <a:spLocks noGrp="1"/>
          </p:cNvSpPr>
          <p:nvPr>
            <p:ph type="title"/>
          </p:nvPr>
        </p:nvSpPr>
        <p:spPr>
          <a:xfrm>
            <a:off x="652678" y="80263"/>
            <a:ext cx="6709430" cy="513715"/>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17375E"/>
                </a:solidFill>
              </a:rPr>
              <a:t>NIEMOpen</a:t>
            </a:r>
            <a:r>
              <a:rPr sz="3200" spc="-55" dirty="0">
                <a:solidFill>
                  <a:srgbClr val="17375E"/>
                </a:solidFill>
              </a:rPr>
              <a:t> </a:t>
            </a:r>
            <a:r>
              <a:rPr sz="3200" dirty="0">
                <a:solidFill>
                  <a:srgbClr val="17375E"/>
                </a:solidFill>
              </a:rPr>
              <a:t>Current</a:t>
            </a:r>
            <a:r>
              <a:rPr sz="3200" spc="-50" dirty="0">
                <a:solidFill>
                  <a:srgbClr val="17375E"/>
                </a:solidFill>
              </a:rPr>
              <a:t> </a:t>
            </a:r>
            <a:r>
              <a:rPr sz="3200" spc="-10" dirty="0">
                <a:solidFill>
                  <a:srgbClr val="17375E"/>
                </a:solidFill>
              </a:rPr>
              <a:t>S</a:t>
            </a:r>
            <a:r>
              <a:rPr lang="en-US" sz="3200" spc="-10" dirty="0">
                <a:solidFill>
                  <a:srgbClr val="17375E"/>
                </a:solidFill>
              </a:rPr>
              <a:t>ponsors</a:t>
            </a:r>
            <a:endParaRPr sz="3200" dirty="0"/>
          </a:p>
        </p:txBody>
      </p:sp>
      <p:sp>
        <p:nvSpPr>
          <p:cNvPr id="22" name="object 22"/>
          <p:cNvSpPr txBox="1"/>
          <p:nvPr/>
        </p:nvSpPr>
        <p:spPr>
          <a:xfrm>
            <a:off x="7643086" y="141608"/>
            <a:ext cx="3670300" cy="407163"/>
          </a:xfrm>
          <a:prstGeom prst="rect">
            <a:avLst/>
          </a:prstGeom>
          <a:ln w="38100">
            <a:solidFill>
              <a:srgbClr val="548ED4"/>
            </a:solidFill>
          </a:ln>
        </p:spPr>
        <p:txBody>
          <a:bodyPr vert="horz" wrap="square" lIns="0" tIns="37465" rIns="0" bIns="0" rtlCol="0">
            <a:spAutoFit/>
          </a:bodyPr>
          <a:lstStyle/>
          <a:p>
            <a:pPr marL="92075">
              <a:lnSpc>
                <a:spcPct val="100000"/>
              </a:lnSpc>
              <a:spcBef>
                <a:spcPts val="295"/>
              </a:spcBef>
            </a:pPr>
            <a:r>
              <a:rPr lang="en-US" sz="2400" b="1" spc="-75" dirty="0">
                <a:solidFill>
                  <a:srgbClr val="548ED4"/>
                </a:solidFill>
                <a:latin typeface="Arial"/>
                <a:cs typeface="Arial"/>
              </a:rPr>
              <a:t>8</a:t>
            </a:r>
            <a:r>
              <a:rPr sz="2400" b="1" spc="-75" dirty="0">
                <a:solidFill>
                  <a:srgbClr val="548ED4"/>
                </a:solidFill>
                <a:latin typeface="Arial"/>
                <a:cs typeface="Arial"/>
              </a:rPr>
              <a:t> </a:t>
            </a:r>
            <a:r>
              <a:rPr sz="2400" b="1" dirty="0">
                <a:solidFill>
                  <a:srgbClr val="548ED4"/>
                </a:solidFill>
                <a:latin typeface="Arial"/>
                <a:cs typeface="Arial"/>
              </a:rPr>
              <a:t>Sponsors,</a:t>
            </a:r>
            <a:r>
              <a:rPr sz="2400" b="1" spc="-80" dirty="0">
                <a:solidFill>
                  <a:srgbClr val="548ED4"/>
                </a:solidFill>
                <a:latin typeface="Arial"/>
                <a:cs typeface="Arial"/>
              </a:rPr>
              <a:t> </a:t>
            </a:r>
            <a:r>
              <a:rPr lang="en-US" sz="2400" b="1" spc="-80" dirty="0">
                <a:solidFill>
                  <a:srgbClr val="FF0000"/>
                </a:solidFill>
                <a:latin typeface="Arial"/>
                <a:cs typeface="Arial"/>
              </a:rPr>
              <a:t>2</a:t>
            </a:r>
            <a:r>
              <a:rPr sz="2400" b="1" spc="-75" dirty="0">
                <a:solidFill>
                  <a:srgbClr val="FF0000"/>
                </a:solidFill>
                <a:latin typeface="Arial"/>
                <a:cs typeface="Arial"/>
              </a:rPr>
              <a:t> </a:t>
            </a:r>
            <a:r>
              <a:rPr sz="2400" b="1" spc="-10" dirty="0">
                <a:solidFill>
                  <a:srgbClr val="FF0000"/>
                </a:solidFill>
                <a:latin typeface="Arial"/>
                <a:cs typeface="Arial"/>
              </a:rPr>
              <a:t>Premier</a:t>
            </a:r>
            <a:endParaRPr sz="2400" dirty="0">
              <a:latin typeface="Arial"/>
              <a:cs typeface="Arial"/>
            </a:endParaRPr>
          </a:p>
        </p:txBody>
      </p:sp>
      <p:pic>
        <p:nvPicPr>
          <p:cNvPr id="24" name="object 24"/>
          <p:cNvPicPr/>
          <p:nvPr/>
        </p:nvPicPr>
        <p:blipFill>
          <a:blip r:embed="rId3" cstate="email">
            <a:extLst>
              <a:ext uri="{28A0092B-C50C-407E-A947-70E740481C1C}">
                <a14:useLocalDpi xmlns:a14="http://schemas.microsoft.com/office/drawing/2010/main"/>
              </a:ext>
            </a:extLst>
          </a:blip>
          <a:stretch>
            <a:fillRect/>
          </a:stretch>
        </p:blipFill>
        <p:spPr>
          <a:xfrm>
            <a:off x="6450249" y="974461"/>
            <a:ext cx="896111" cy="839724"/>
          </a:xfrm>
          <a:prstGeom prst="rect">
            <a:avLst/>
          </a:prstGeom>
        </p:spPr>
      </p:pic>
      <p:pic>
        <p:nvPicPr>
          <p:cNvPr id="27" name="object 27"/>
          <p:cNvPicPr/>
          <p:nvPr/>
        </p:nvPicPr>
        <p:blipFill>
          <a:blip r:embed="rId4" cstate="email">
            <a:extLst>
              <a:ext uri="{28A0092B-C50C-407E-A947-70E740481C1C}">
                <a14:useLocalDpi xmlns:a14="http://schemas.microsoft.com/office/drawing/2010/main"/>
              </a:ext>
            </a:extLst>
          </a:blip>
          <a:stretch>
            <a:fillRect/>
          </a:stretch>
        </p:blipFill>
        <p:spPr>
          <a:xfrm>
            <a:off x="2469724" y="941988"/>
            <a:ext cx="950975" cy="876300"/>
          </a:xfrm>
          <a:prstGeom prst="rect">
            <a:avLst/>
          </a:prstGeom>
        </p:spPr>
      </p:pic>
      <p:sp>
        <p:nvSpPr>
          <p:cNvPr id="29" name="object 29"/>
          <p:cNvSpPr txBox="1"/>
          <p:nvPr/>
        </p:nvSpPr>
        <p:spPr>
          <a:xfrm>
            <a:off x="4404723" y="1824511"/>
            <a:ext cx="824230" cy="30035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0000"/>
                </a:solidFill>
                <a:latin typeface="Arial"/>
                <a:cs typeface="Arial"/>
              </a:rPr>
              <a:t>Premier</a:t>
            </a:r>
            <a:endParaRPr sz="1800">
              <a:latin typeface="Arial"/>
              <a:cs typeface="Arial"/>
            </a:endParaRPr>
          </a:p>
        </p:txBody>
      </p:sp>
      <p:sp>
        <p:nvSpPr>
          <p:cNvPr id="30" name="object 30"/>
          <p:cNvSpPr txBox="1"/>
          <p:nvPr/>
        </p:nvSpPr>
        <p:spPr>
          <a:xfrm>
            <a:off x="2607900" y="1824511"/>
            <a:ext cx="824865"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0000"/>
                </a:solidFill>
                <a:latin typeface="Arial"/>
                <a:cs typeface="Arial"/>
              </a:rPr>
              <a:t>Premier</a:t>
            </a:r>
            <a:endParaRPr sz="1800" dirty="0">
              <a:latin typeface="Arial"/>
              <a:cs typeface="Arial"/>
            </a:endParaRPr>
          </a:p>
        </p:txBody>
      </p:sp>
      <p:pic>
        <p:nvPicPr>
          <p:cNvPr id="34" name="object 34"/>
          <p:cNvPicPr/>
          <p:nvPr/>
        </p:nvPicPr>
        <p:blipFill>
          <a:blip r:embed="rId5" cstate="email">
            <a:extLst>
              <a:ext uri="{28A0092B-C50C-407E-A947-70E740481C1C}">
                <a14:useLocalDpi xmlns:a14="http://schemas.microsoft.com/office/drawing/2010/main"/>
              </a:ext>
            </a:extLst>
          </a:blip>
          <a:stretch>
            <a:fillRect/>
          </a:stretch>
        </p:blipFill>
        <p:spPr>
          <a:xfrm>
            <a:off x="4371028" y="2267116"/>
            <a:ext cx="1391412" cy="780288"/>
          </a:xfrm>
          <a:prstGeom prst="rect">
            <a:avLst/>
          </a:prstGeom>
        </p:spPr>
      </p:pic>
      <p:pic>
        <p:nvPicPr>
          <p:cNvPr id="37" name="object 37"/>
          <p:cNvPicPr/>
          <p:nvPr/>
        </p:nvPicPr>
        <p:blipFill>
          <a:blip r:embed="rId6" cstate="email">
            <a:extLst>
              <a:ext uri="{28A0092B-C50C-407E-A947-70E740481C1C}">
                <a14:useLocalDpi xmlns:a14="http://schemas.microsoft.com/office/drawing/2010/main"/>
              </a:ext>
            </a:extLst>
          </a:blip>
          <a:stretch>
            <a:fillRect/>
          </a:stretch>
        </p:blipFill>
        <p:spPr>
          <a:xfrm>
            <a:off x="8735286" y="1934471"/>
            <a:ext cx="990600" cy="990600"/>
          </a:xfrm>
          <a:prstGeom prst="rect">
            <a:avLst/>
          </a:prstGeom>
        </p:spPr>
      </p:pic>
      <p:pic>
        <p:nvPicPr>
          <p:cNvPr id="39" name="object 39"/>
          <p:cNvPicPr/>
          <p:nvPr/>
        </p:nvPicPr>
        <p:blipFill>
          <a:blip r:embed="rId7" cstate="email">
            <a:extLst>
              <a:ext uri="{28A0092B-C50C-407E-A947-70E740481C1C}">
                <a14:useLocalDpi xmlns:a14="http://schemas.microsoft.com/office/drawing/2010/main"/>
              </a:ext>
            </a:extLst>
          </a:blip>
          <a:stretch>
            <a:fillRect/>
          </a:stretch>
        </p:blipFill>
        <p:spPr>
          <a:xfrm>
            <a:off x="3775185" y="807038"/>
            <a:ext cx="2188464" cy="926591"/>
          </a:xfrm>
          <a:prstGeom prst="rect">
            <a:avLst/>
          </a:prstGeom>
        </p:spPr>
      </p:pic>
      <p:sp>
        <p:nvSpPr>
          <p:cNvPr id="15" name="object 11">
            <a:extLst>
              <a:ext uri="{FF2B5EF4-FFF2-40B4-BE49-F238E27FC236}">
                <a16:creationId xmlns:a16="http://schemas.microsoft.com/office/drawing/2014/main" id="{062DE021-19AA-A199-BBFA-85A50614C5D8}"/>
              </a:ext>
            </a:extLst>
          </p:cNvPr>
          <p:cNvSpPr txBox="1">
            <a:spLocks/>
          </p:cNvSpPr>
          <p:nvPr/>
        </p:nvSpPr>
        <p:spPr>
          <a:xfrm>
            <a:off x="565583" y="3244602"/>
            <a:ext cx="5884666" cy="505267"/>
          </a:xfrm>
          <a:prstGeom prst="rect">
            <a:avLst/>
          </a:prstGeom>
        </p:spPr>
        <p:txBody>
          <a:bodyPr vert="horz" wrap="square" lIns="0" tIns="12700" rIns="0" bIns="0" rtlCol="0">
            <a:spAutoFit/>
          </a:bodyPr>
          <a:lstStyle>
            <a:lvl1pPr>
              <a:defRPr sz="2800" b="1" i="0">
                <a:solidFill>
                  <a:srgbClr val="004283"/>
                </a:solidFill>
                <a:latin typeface="Arial"/>
                <a:ea typeface="+mj-ea"/>
                <a:cs typeface="Arial"/>
              </a:defRPr>
            </a:lvl1pPr>
          </a:lstStyle>
          <a:p>
            <a:pPr marL="12700">
              <a:spcBef>
                <a:spcPts val="100"/>
              </a:spcBef>
            </a:pPr>
            <a:r>
              <a:rPr lang="en-US" sz="3200" spc="-10" dirty="0">
                <a:solidFill>
                  <a:srgbClr val="0070C0"/>
                </a:solidFill>
              </a:rPr>
              <a:t>Potential Sponsors </a:t>
            </a:r>
            <a:endParaRPr lang="en-US" sz="3200" dirty="0">
              <a:solidFill>
                <a:srgbClr val="0070C0"/>
              </a:solidFill>
            </a:endParaRPr>
          </a:p>
        </p:txBody>
      </p:sp>
      <p:pic>
        <p:nvPicPr>
          <p:cNvPr id="1026" name="Picture 2" descr="Smarter Entity Resolution">
            <a:extLst>
              <a:ext uri="{FF2B5EF4-FFF2-40B4-BE49-F238E27FC236}">
                <a16:creationId xmlns:a16="http://schemas.microsoft.com/office/drawing/2014/main" id="{BED9D55B-6BCC-4B9F-F1C9-AEF9DF470A6B}"/>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2653584" y="2224195"/>
            <a:ext cx="1415285" cy="84917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63ADCDE-7641-1D71-87EA-27988BD9A215}"/>
              </a:ext>
            </a:extLst>
          </p:cNvPr>
          <p:cNvSpPr txBox="1"/>
          <p:nvPr/>
        </p:nvSpPr>
        <p:spPr>
          <a:xfrm>
            <a:off x="3274409" y="3942808"/>
            <a:ext cx="7850791" cy="2554545"/>
          </a:xfrm>
          <a:prstGeom prst="rect">
            <a:avLst/>
          </a:prstGeom>
          <a:noFill/>
        </p:spPr>
        <p:txBody>
          <a:bodyPr wrap="square" rtlCol="0">
            <a:spAutoFit/>
          </a:bodyPr>
          <a:lstStyle/>
          <a:p>
            <a:pPr marL="457200" indent="-457200">
              <a:buFont typeface="Wingdings" pitchFamily="2" charset="2"/>
              <a:buChar char="Ø"/>
            </a:pPr>
            <a:r>
              <a:rPr lang="en-US" sz="3200" dirty="0"/>
              <a:t>Federal agencies</a:t>
            </a:r>
          </a:p>
          <a:p>
            <a:pPr marL="457200" indent="-457200">
              <a:buFont typeface="Wingdings" pitchFamily="2" charset="2"/>
              <a:buChar char="Ø"/>
            </a:pPr>
            <a:r>
              <a:rPr lang="en-US" sz="3200" dirty="0"/>
              <a:t>State and local agencies</a:t>
            </a:r>
          </a:p>
          <a:p>
            <a:pPr marL="457200" indent="-457200">
              <a:buFont typeface="Wingdings" pitchFamily="2" charset="2"/>
              <a:buChar char="Ø"/>
            </a:pPr>
            <a:r>
              <a:rPr lang="en-US" sz="3200" dirty="0"/>
              <a:t>Private Sector</a:t>
            </a:r>
          </a:p>
          <a:p>
            <a:pPr marL="457200" indent="-457200">
              <a:buFont typeface="Wingdings" pitchFamily="2" charset="2"/>
              <a:buChar char="Ø"/>
            </a:pPr>
            <a:r>
              <a:rPr lang="en-US" sz="3200" dirty="0"/>
              <a:t>Non-governmental agencies</a:t>
            </a:r>
          </a:p>
          <a:p>
            <a:pPr marL="457200" indent="-457200">
              <a:buFont typeface="Wingdings" pitchFamily="2" charset="2"/>
              <a:buChar char="Ø"/>
            </a:pPr>
            <a:r>
              <a:rPr lang="en-US" sz="3200" dirty="0"/>
              <a:t>International agencies</a:t>
            </a:r>
            <a:endParaRPr lang="en-US" sz="2400" dirty="0"/>
          </a:p>
        </p:txBody>
      </p:sp>
      <p:pic>
        <p:nvPicPr>
          <p:cNvPr id="4" name="Picture 3" descr="SEARCH-logo (1)">
            <a:extLst>
              <a:ext uri="{FF2B5EF4-FFF2-40B4-BE49-F238E27FC236}">
                <a16:creationId xmlns:a16="http://schemas.microsoft.com/office/drawing/2014/main" id="{ED6DF692-1FDF-A6F9-495C-C4D895C2A63B}"/>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7643086" y="1178423"/>
            <a:ext cx="2184400" cy="431800"/>
          </a:xfrm>
          <a:prstGeom prst="rect">
            <a:avLst/>
          </a:prstGeom>
        </p:spPr>
      </p:pic>
      <p:pic>
        <p:nvPicPr>
          <p:cNvPr id="2" name="Picture 1" descr="BrightQuery">
            <a:extLst>
              <a:ext uri="{FF2B5EF4-FFF2-40B4-BE49-F238E27FC236}">
                <a16:creationId xmlns:a16="http://schemas.microsoft.com/office/drawing/2014/main" id="{17D3A654-79FF-CB4E-91C8-F6200743C153}"/>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5763630" y="2263066"/>
            <a:ext cx="2359503" cy="601817"/>
          </a:xfrm>
          <a:prstGeom prst="rect">
            <a:avLst/>
          </a:prstGeom>
        </p:spPr>
      </p:pic>
    </p:spTree>
    <p:extLst>
      <p:ext uri="{BB962C8B-B14F-4D97-AF65-F5344CB8AC3E}">
        <p14:creationId xmlns:p14="http://schemas.microsoft.com/office/powerpoint/2010/main" val="819476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84C6746-42C7-9947-DF30-CB6C291949A3}"/>
              </a:ext>
            </a:extLst>
          </p:cNvPr>
          <p:cNvSpPr>
            <a:spLocks noGrp="1"/>
          </p:cNvSpPr>
          <p:nvPr>
            <p:ph type="sldNum" sz="quarter" idx="4"/>
          </p:nvPr>
        </p:nvSpPr>
        <p:spPr/>
        <p:txBody>
          <a:bodyPr/>
          <a:lstStyle/>
          <a:p>
            <a:fld id="{6E6030FC-FB78-5E4D-92EA-5D9433591EA9}" type="slidenum">
              <a:rPr lang="en-US" smtClean="0"/>
              <a:pPr/>
              <a:t>9</a:t>
            </a:fld>
            <a:endParaRPr lang="en-US" dirty="0"/>
          </a:p>
        </p:txBody>
      </p:sp>
      <p:sp>
        <p:nvSpPr>
          <p:cNvPr id="6" name="Title 1">
            <a:extLst>
              <a:ext uri="{FF2B5EF4-FFF2-40B4-BE49-F238E27FC236}">
                <a16:creationId xmlns:a16="http://schemas.microsoft.com/office/drawing/2014/main" id="{B526C67C-D4D8-9DB6-9F8A-55634DE6AE5B}"/>
              </a:ext>
            </a:extLst>
          </p:cNvPr>
          <p:cNvSpPr txBox="1">
            <a:spLocks/>
          </p:cNvSpPr>
          <p:nvPr/>
        </p:nvSpPr>
        <p:spPr>
          <a:xfrm>
            <a:off x="609600" y="388275"/>
            <a:ext cx="10972800" cy="811358"/>
          </a:xfrm>
          <a:prstGeom prst="rect">
            <a:avLst/>
          </a:prstGeom>
        </p:spPr>
        <p:txBody>
          <a:bodyPr vert="horz" lIns="91440" tIns="45720" rIns="91440" bIns="45720" rtlCol="0" anchor="t" anchorCtr="0">
            <a:noAutofit/>
          </a:bodyPr>
          <a:lstStyle>
            <a:lvl1pPr algn="l" defTabSz="457200" rtl="0" eaLnBrk="1" latinLnBrk="0" hangingPunct="1">
              <a:lnSpc>
                <a:spcPct val="80000"/>
              </a:lnSpc>
              <a:spcBef>
                <a:spcPct val="0"/>
              </a:spcBef>
              <a:buNone/>
              <a:defRPr sz="3200" b="1" kern="1200" cap="all">
                <a:solidFill>
                  <a:srgbClr val="004383"/>
                </a:solidFill>
                <a:effectLst/>
                <a:latin typeface="+mj-lt"/>
                <a:ea typeface="+mj-ea"/>
                <a:cs typeface="+mj-cs"/>
              </a:defRPr>
            </a:lvl1pPr>
          </a:lstStyle>
          <a:p>
            <a:r>
              <a:rPr lang="en-US">
                <a:solidFill>
                  <a:srgbClr val="005170"/>
                </a:solidFill>
              </a:rPr>
              <a:t>resources</a:t>
            </a:r>
            <a:endParaRPr lang="en-US" dirty="0">
              <a:solidFill>
                <a:srgbClr val="005170"/>
              </a:solidFill>
            </a:endParaRPr>
          </a:p>
        </p:txBody>
      </p:sp>
      <p:pic>
        <p:nvPicPr>
          <p:cNvPr id="7" name="Picture 6">
            <a:hlinkClick r:id="rId3"/>
            <a:extLst>
              <a:ext uri="{FF2B5EF4-FFF2-40B4-BE49-F238E27FC236}">
                <a16:creationId xmlns:a16="http://schemas.microsoft.com/office/drawing/2014/main" id="{68E54B0B-6752-7856-7478-CA787215EEF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432863" y="3415591"/>
            <a:ext cx="1697314" cy="1271347"/>
          </a:xfrm>
          <a:prstGeom prst="rect">
            <a:avLst/>
          </a:prstGeom>
        </p:spPr>
      </p:pic>
      <p:pic>
        <p:nvPicPr>
          <p:cNvPr id="8" name="Picture 7" descr="A picture containing text, clipart&#10;&#10;Description automatically generated">
            <a:hlinkClick r:id="rId5"/>
            <a:extLst>
              <a:ext uri="{FF2B5EF4-FFF2-40B4-BE49-F238E27FC236}">
                <a16:creationId xmlns:a16="http://schemas.microsoft.com/office/drawing/2014/main" id="{07A0C747-152C-6776-94B2-8C404B20BF7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794907" y="416393"/>
            <a:ext cx="2887980" cy="601980"/>
          </a:xfrm>
          <a:prstGeom prst="rect">
            <a:avLst/>
          </a:prstGeom>
        </p:spPr>
      </p:pic>
      <p:pic>
        <p:nvPicPr>
          <p:cNvPr id="9" name="Picture 8" descr="Logo&#10;&#10;Description automatically generated">
            <a:extLst>
              <a:ext uri="{FF2B5EF4-FFF2-40B4-BE49-F238E27FC236}">
                <a16:creationId xmlns:a16="http://schemas.microsoft.com/office/drawing/2014/main" id="{AE5C6B42-B1ED-2649-3A0C-42239F950784}"/>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056712" y="1067582"/>
            <a:ext cx="2462714" cy="732129"/>
          </a:xfrm>
          <a:prstGeom prst="rect">
            <a:avLst/>
          </a:prstGeom>
        </p:spPr>
      </p:pic>
      <p:pic>
        <p:nvPicPr>
          <p:cNvPr id="10" name="Picture 9">
            <a:hlinkClick r:id="rId8"/>
            <a:extLst>
              <a:ext uri="{FF2B5EF4-FFF2-40B4-BE49-F238E27FC236}">
                <a16:creationId xmlns:a16="http://schemas.microsoft.com/office/drawing/2014/main" id="{65C2C2BB-D4E2-C9BD-6F5E-A5171E32453B}"/>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618553" y="2732705"/>
            <a:ext cx="1557915" cy="904268"/>
          </a:xfrm>
          <a:prstGeom prst="rect">
            <a:avLst/>
          </a:prstGeom>
        </p:spPr>
      </p:pic>
      <p:pic>
        <p:nvPicPr>
          <p:cNvPr id="11" name="Picture 10">
            <a:hlinkClick r:id="rId10"/>
            <a:extLst>
              <a:ext uri="{FF2B5EF4-FFF2-40B4-BE49-F238E27FC236}">
                <a16:creationId xmlns:a16="http://schemas.microsoft.com/office/drawing/2014/main" id="{CC5271F6-49DC-CACD-0BEB-510C90A6F860}"/>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6779265" y="4417835"/>
            <a:ext cx="1227272" cy="1227272"/>
          </a:xfrm>
          <a:prstGeom prst="rect">
            <a:avLst/>
          </a:prstGeom>
        </p:spPr>
      </p:pic>
      <p:sp>
        <p:nvSpPr>
          <p:cNvPr id="12" name="TextBox 11">
            <a:extLst>
              <a:ext uri="{FF2B5EF4-FFF2-40B4-BE49-F238E27FC236}">
                <a16:creationId xmlns:a16="http://schemas.microsoft.com/office/drawing/2014/main" id="{B22F68FE-18C2-1622-6EDC-BD4B7EAB439A}"/>
              </a:ext>
            </a:extLst>
          </p:cNvPr>
          <p:cNvSpPr txBox="1"/>
          <p:nvPr/>
        </p:nvSpPr>
        <p:spPr>
          <a:xfrm>
            <a:off x="8965712" y="533963"/>
            <a:ext cx="262796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B8B8B">
                    <a:lumMod val="50000"/>
                  </a:srgbClr>
                </a:solidFill>
                <a:effectLst/>
                <a:uLnTx/>
                <a:uFillTx/>
                <a:latin typeface="Arial"/>
                <a:ea typeface="+mn-ea"/>
                <a:cs typeface="+mn-cs"/>
              </a:rPr>
              <a:t>Follow Us On Twitter </a:t>
            </a:r>
          </a:p>
        </p:txBody>
      </p:sp>
      <p:sp>
        <p:nvSpPr>
          <p:cNvPr id="13" name="TextBox 12">
            <a:extLst>
              <a:ext uri="{FF2B5EF4-FFF2-40B4-BE49-F238E27FC236}">
                <a16:creationId xmlns:a16="http://schemas.microsoft.com/office/drawing/2014/main" id="{5F78EA7D-3854-FB11-4905-E79357E4AF16}"/>
              </a:ext>
            </a:extLst>
          </p:cNvPr>
          <p:cNvSpPr txBox="1"/>
          <p:nvPr/>
        </p:nvSpPr>
        <p:spPr>
          <a:xfrm>
            <a:off x="9591780" y="930573"/>
            <a:ext cx="204561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hlinkClick r:id="rId12"/>
              </a:rPr>
              <a:t>https://twitter.com/NIEMconnects?ref_src=twsrc%5Etfw</a:t>
            </a:r>
            <a:endParaRPr kumimoji="0" lang="en-US" sz="12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endParaRPr>
          </a:p>
        </p:txBody>
      </p:sp>
      <p:pic>
        <p:nvPicPr>
          <p:cNvPr id="14" name="Picture 13">
            <a:extLst>
              <a:ext uri="{FF2B5EF4-FFF2-40B4-BE49-F238E27FC236}">
                <a16:creationId xmlns:a16="http://schemas.microsoft.com/office/drawing/2014/main" id="{DB8DCEE2-7D0F-7F13-E204-BC715EA1C426}"/>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8835476" y="1737698"/>
            <a:ext cx="677228" cy="670137"/>
          </a:xfrm>
          <a:prstGeom prst="rect">
            <a:avLst/>
          </a:prstGeom>
        </p:spPr>
      </p:pic>
      <p:sp>
        <p:nvSpPr>
          <p:cNvPr id="15" name="TextBox 14">
            <a:extLst>
              <a:ext uri="{FF2B5EF4-FFF2-40B4-BE49-F238E27FC236}">
                <a16:creationId xmlns:a16="http://schemas.microsoft.com/office/drawing/2014/main" id="{7F40D108-0563-A302-B912-58883E01A1F6}"/>
              </a:ext>
            </a:extLst>
          </p:cNvPr>
          <p:cNvSpPr txBox="1"/>
          <p:nvPr/>
        </p:nvSpPr>
        <p:spPr>
          <a:xfrm>
            <a:off x="9591779" y="1799711"/>
            <a:ext cx="2124685"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hlinkClick r:id="rId14"/>
              </a:rPr>
              <a:t>https://www.linkedin.com/groups/1903175/profile</a:t>
            </a:r>
            <a:endPar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endParaRPr>
          </a:p>
        </p:txBody>
      </p:sp>
      <p:pic>
        <p:nvPicPr>
          <p:cNvPr id="16" name="Picture 15">
            <a:extLst>
              <a:ext uri="{FF2B5EF4-FFF2-40B4-BE49-F238E27FC236}">
                <a16:creationId xmlns:a16="http://schemas.microsoft.com/office/drawing/2014/main" id="{5CA811E8-C148-9EB1-7436-19FBA5EAFF06}"/>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8670298" y="2680842"/>
            <a:ext cx="1007584" cy="565230"/>
          </a:xfrm>
          <a:prstGeom prst="rect">
            <a:avLst/>
          </a:prstGeom>
        </p:spPr>
      </p:pic>
      <p:sp>
        <p:nvSpPr>
          <p:cNvPr id="17" name="TextBox 16">
            <a:extLst>
              <a:ext uri="{FF2B5EF4-FFF2-40B4-BE49-F238E27FC236}">
                <a16:creationId xmlns:a16="http://schemas.microsoft.com/office/drawing/2014/main" id="{72BEDE83-2D82-A955-C62D-22D3749A7C59}"/>
              </a:ext>
            </a:extLst>
          </p:cNvPr>
          <p:cNvSpPr txBox="1"/>
          <p:nvPr/>
        </p:nvSpPr>
        <p:spPr>
          <a:xfrm>
            <a:off x="9591779" y="2755912"/>
            <a:ext cx="204561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hlinkClick r:id="rId16"/>
              </a:rPr>
              <a:t>https://www.youtube.com/channel/UCg9qV22PXLBjG41hc-EwVrQ</a:t>
            </a:r>
            <a:endPar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endParaRPr>
          </a:p>
        </p:txBody>
      </p:sp>
      <p:sp>
        <p:nvSpPr>
          <p:cNvPr id="18" name="TextBox 17">
            <a:hlinkClick r:id="rId17"/>
            <a:extLst>
              <a:ext uri="{FF2B5EF4-FFF2-40B4-BE49-F238E27FC236}">
                <a16:creationId xmlns:a16="http://schemas.microsoft.com/office/drawing/2014/main" id="{A8EB6B57-0011-B080-9113-3DDBAF7CB292}"/>
              </a:ext>
            </a:extLst>
          </p:cNvPr>
          <p:cNvSpPr txBox="1"/>
          <p:nvPr/>
        </p:nvSpPr>
        <p:spPr>
          <a:xfrm>
            <a:off x="8670298" y="5034202"/>
            <a:ext cx="315595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lumMod val="60000"/>
                    <a:lumOff val="40000"/>
                  </a:srgbClr>
                </a:solidFill>
                <a:effectLst/>
                <a:uLnTx/>
                <a:uFillTx/>
                <a:latin typeface="Arial"/>
                <a:ea typeface="+mn-ea"/>
                <a:cs typeface="+mn-cs"/>
              </a:rPr>
              <a:t>NIEM Message Exchange Package Builder</a:t>
            </a:r>
          </a:p>
        </p:txBody>
      </p:sp>
      <p:sp>
        <p:nvSpPr>
          <p:cNvPr id="19" name="TextBox 18">
            <a:extLst>
              <a:ext uri="{FF2B5EF4-FFF2-40B4-BE49-F238E27FC236}">
                <a16:creationId xmlns:a16="http://schemas.microsoft.com/office/drawing/2014/main" id="{55299F5E-E50E-2A7A-8C73-9C83A4C2587B}"/>
              </a:ext>
            </a:extLst>
          </p:cNvPr>
          <p:cNvSpPr txBox="1"/>
          <p:nvPr/>
        </p:nvSpPr>
        <p:spPr>
          <a:xfrm>
            <a:off x="6432863" y="1730488"/>
            <a:ext cx="2153346"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hlinkClick r:id="rId18">
                  <a:extLst>
                    <a:ext uri="{A12FA001-AC4F-418D-AE19-62706E023703}">
                      <ahyp:hlinkClr xmlns:ahyp="http://schemas.microsoft.com/office/drawing/2018/hyperlinkcolor" val="tx"/>
                    </a:ext>
                  </a:extLst>
                </a:hlinkClick>
              </a:rPr>
              <a:t>https://www.niem.gov/</a:t>
            </a:r>
            <a:endParaRPr kumimoji="0" lang="en-US" sz="16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hlinkClick r:id="rId19">
                  <a:extLst>
                    <a:ext uri="{A12FA001-AC4F-418D-AE19-62706E023703}">
                      <ahyp:hlinkClr xmlns:ahyp="http://schemas.microsoft.com/office/drawing/2018/hyperlinkcolor" val="tx"/>
                    </a:ext>
                  </a:extLst>
                </a:hlinkClick>
              </a:rPr>
              <a:t>https://niemopen.org/</a:t>
            </a:r>
            <a:endParaRPr kumimoji="0" lang="en-US" sz="16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endParaRPr>
          </a:p>
        </p:txBody>
      </p:sp>
      <p:sp>
        <p:nvSpPr>
          <p:cNvPr id="20" name="TextBox 19">
            <a:extLst>
              <a:ext uri="{FF2B5EF4-FFF2-40B4-BE49-F238E27FC236}">
                <a16:creationId xmlns:a16="http://schemas.microsoft.com/office/drawing/2014/main" id="{754EDC68-92D3-FAD1-74E1-C512455F15E8}"/>
              </a:ext>
            </a:extLst>
          </p:cNvPr>
          <p:cNvSpPr txBox="1"/>
          <p:nvPr/>
        </p:nvSpPr>
        <p:spPr>
          <a:xfrm>
            <a:off x="8652032" y="4513209"/>
            <a:ext cx="354456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lumMod val="60000"/>
                    <a:lumOff val="40000"/>
                  </a:srgbClr>
                </a:solidFill>
                <a:effectLst/>
                <a:uLnTx/>
                <a:uFillTx/>
                <a:latin typeface="Arial"/>
                <a:ea typeface="+mn-ea"/>
                <a:cs typeface="+mn-cs"/>
                <a:hlinkClick r:id="rId20">
                  <a:extLst>
                    <a:ext uri="{A12FA001-AC4F-418D-AE19-62706E023703}">
                      <ahyp:hlinkClr xmlns:ahyp="http://schemas.microsoft.com/office/drawing/2018/hyperlinkcolor" val="tx"/>
                    </a:ext>
                  </a:extLst>
                </a:hlinkClick>
              </a:rPr>
              <a:t>Restricted Repository-WMAAFIP</a:t>
            </a:r>
            <a:endParaRPr kumimoji="0" lang="en-US" sz="1800" b="0" i="0" u="none" strike="noStrike" kern="1200" cap="none" spc="0" normalizeH="0" baseline="0" noProof="0" dirty="0">
              <a:ln>
                <a:noFill/>
              </a:ln>
              <a:solidFill>
                <a:srgbClr val="1F497D">
                  <a:lumMod val="60000"/>
                  <a:lumOff val="40000"/>
                </a:srgbClr>
              </a:solidFill>
              <a:effectLst/>
              <a:uLnTx/>
              <a:uFillTx/>
              <a:latin typeface="Arial"/>
              <a:ea typeface="+mn-ea"/>
              <a:cs typeface="+mn-cs"/>
            </a:endParaRPr>
          </a:p>
        </p:txBody>
      </p:sp>
      <p:sp>
        <p:nvSpPr>
          <p:cNvPr id="21" name="TextBox 20">
            <a:extLst>
              <a:ext uri="{FF2B5EF4-FFF2-40B4-BE49-F238E27FC236}">
                <a16:creationId xmlns:a16="http://schemas.microsoft.com/office/drawing/2014/main" id="{386BA9A9-F19E-1616-F162-CE9FD0E87FAA}"/>
              </a:ext>
            </a:extLst>
          </p:cNvPr>
          <p:cNvSpPr txBox="1"/>
          <p:nvPr/>
        </p:nvSpPr>
        <p:spPr>
          <a:xfrm>
            <a:off x="500707" y="2051575"/>
            <a:ext cx="4848571" cy="4572021"/>
          </a:xfrm>
          <a:prstGeom prst="rect">
            <a:avLst/>
          </a:prstGeom>
          <a:noFill/>
        </p:spPr>
        <p:txBody>
          <a:bodyPr wrap="none" rtlCol="0">
            <a:spAutoFit/>
          </a:bodyPr>
          <a:lstStyle/>
          <a:p>
            <a:pPr marL="342900" marR="0" lvl="0" indent="-342900" algn="l" defTabSz="457200" rtl="0" eaLnBrk="1" fontAlgn="auto" latinLnBrk="0" hangingPunct="1">
              <a:lnSpc>
                <a:spcPct val="100000"/>
              </a:lnSpc>
              <a:spcBef>
                <a:spcPct val="20000"/>
              </a:spcBef>
              <a:spcAft>
                <a:spcPts val="0"/>
              </a:spcAft>
              <a:buClr>
                <a:srgbClr val="1F497D"/>
              </a:buClr>
              <a:buSzTx/>
              <a:buFont typeface="Arial"/>
              <a:buChar char="•"/>
              <a:tabLst/>
              <a:defRPr/>
            </a:pPr>
            <a:r>
              <a:rPr kumimoji="0" lang="nl-NL" sz="1400" b="1" i="0" u="sng" strike="noStrike" kern="1200" cap="none" spc="0" normalizeH="0" baseline="0" noProof="0" dirty="0">
                <a:ln>
                  <a:noFill/>
                </a:ln>
                <a:solidFill>
                  <a:srgbClr val="8B8B8B">
                    <a:lumMod val="50000"/>
                  </a:srgbClr>
                </a:solidFill>
                <a:effectLst/>
                <a:uLnTx/>
                <a:uFillTx/>
                <a:latin typeface="Calibri" panose="020F0502020204030204" pitchFamily="34" charset="0"/>
                <a:ea typeface="+mn-ea"/>
                <a:cs typeface="+mn-cs"/>
              </a:rPr>
              <a:t>Git Repos</a:t>
            </a:r>
          </a:p>
          <a:p>
            <a:pPr marL="742950" marR="0" lvl="1" indent="-285750" algn="l" defTabSz="457200" rtl="0" eaLnBrk="1" fontAlgn="auto" latinLnBrk="0" hangingPunct="1">
              <a:lnSpc>
                <a:spcPct val="100000"/>
              </a:lnSpc>
              <a:spcBef>
                <a:spcPct val="20000"/>
              </a:spcBef>
              <a:spcAft>
                <a:spcPts val="0"/>
              </a:spcAft>
              <a:buClr>
                <a:srgbClr val="1F497D"/>
              </a:buClr>
              <a:buSzTx/>
              <a:buFont typeface="Arial"/>
              <a:buChar char="–"/>
              <a:tabLst/>
              <a:defRPr/>
            </a:pPr>
            <a:r>
              <a:rPr kumimoji="0" lang="nl-NL" sz="1400" b="0" i="0" u="none" strike="noStrike" kern="1200" cap="none" spc="0" normalizeH="0" baseline="0" noProof="0" dirty="0">
                <a:ln>
                  <a:noFill/>
                </a:ln>
                <a:solidFill>
                  <a:srgbClr val="8B8B8B">
                    <a:lumMod val="50000"/>
                  </a:srgbClr>
                </a:solidFill>
                <a:effectLst/>
                <a:uLnTx/>
                <a:uFillTx/>
                <a:latin typeface="Calibri" panose="020F0502020204030204" pitchFamily="34" charset="0"/>
                <a:ea typeface="+mn-ea"/>
                <a:cs typeface="+mn-cs"/>
              </a:rPr>
              <a:t>NIEMOpen</a:t>
            </a:r>
            <a:r>
              <a:rPr kumimoji="0" lang="nl-NL" sz="12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rPr>
              <a:t>: </a:t>
            </a:r>
            <a:r>
              <a:rPr kumimoji="0" lang="en-US" sz="12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hlinkClick r:id="rId8">
                  <a:extLst>
                    <a:ext uri="{A12FA001-AC4F-418D-AE19-62706E023703}">
                      <ahyp:hlinkClr xmlns:ahyp="http://schemas.microsoft.com/office/drawing/2018/hyperlinkcolor" val="tx"/>
                    </a:ext>
                  </a:extLst>
                </a:hlinkClick>
              </a:rPr>
              <a:t>https://github.com/niemopen/</a:t>
            </a:r>
            <a:endParaRPr kumimoji="0" lang="en-US" sz="12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endParaRPr>
          </a:p>
          <a:p>
            <a:pPr marL="742950" marR="0" lvl="1" indent="-285750" algn="l" defTabSz="457200" rtl="0" eaLnBrk="1" fontAlgn="auto" latinLnBrk="0" hangingPunct="1">
              <a:lnSpc>
                <a:spcPct val="100000"/>
              </a:lnSpc>
              <a:spcBef>
                <a:spcPct val="20000"/>
              </a:spcBef>
              <a:spcAft>
                <a:spcPts val="0"/>
              </a:spcAft>
              <a:buClr>
                <a:srgbClr val="1F497D"/>
              </a:buClr>
              <a:buSzTx/>
              <a:buFont typeface="Arial"/>
              <a:buChar char="–"/>
              <a:tabLst/>
              <a:defRPr/>
            </a:pPr>
            <a:r>
              <a:rPr kumimoji="0" lang="en-US" sz="1400" b="0" i="0" u="none" strike="noStrike" kern="1200" cap="none" spc="0" normalizeH="0" baseline="0" noProof="0" dirty="0">
                <a:ln>
                  <a:noFill/>
                </a:ln>
                <a:solidFill>
                  <a:srgbClr val="8B8B8B">
                    <a:lumMod val="50000"/>
                  </a:srgbClr>
                </a:solidFill>
                <a:effectLst/>
                <a:uLnTx/>
                <a:uFillTx/>
                <a:latin typeface="Calibri" panose="020F0502020204030204" pitchFamily="34" charset="0"/>
                <a:ea typeface="+mn-ea"/>
                <a:cs typeface="+mn-cs"/>
              </a:rPr>
              <a:t>NTAC TSC </a:t>
            </a:r>
          </a:p>
          <a:p>
            <a:pPr marL="1143000" marR="0" lvl="2" indent="-228600" algn="l" defTabSz="457200" rtl="0" eaLnBrk="1" fontAlgn="auto" latinLnBrk="0" hangingPunct="1">
              <a:lnSpc>
                <a:spcPct val="100000"/>
              </a:lnSpc>
              <a:spcBef>
                <a:spcPct val="20000"/>
              </a:spcBef>
              <a:spcAft>
                <a:spcPts val="0"/>
              </a:spcAft>
              <a:buClr>
                <a:srgbClr val="1F497D"/>
              </a:buClr>
              <a:buSzTx/>
              <a:buFont typeface="Arial"/>
              <a:buChar char="•"/>
              <a:tabLst/>
              <a:defRPr/>
            </a:pPr>
            <a:r>
              <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hlinkClick r:id="rId21">
                  <a:extLst>
                    <a:ext uri="{A12FA001-AC4F-418D-AE19-62706E023703}">
                      <ahyp:hlinkClr xmlns:ahyp="http://schemas.microsoft.com/office/drawing/2018/hyperlinkcolor" val="tx"/>
                    </a:ext>
                  </a:extLst>
                </a:hlinkClick>
              </a:rPr>
              <a:t>https://github.com/niemopen/ntac-admin</a:t>
            </a:r>
            <a:r>
              <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rPr>
              <a:t>	</a:t>
            </a:r>
          </a:p>
          <a:p>
            <a:pPr marL="742950" marR="0" lvl="1" indent="-285750" algn="l" defTabSz="457200" rtl="0" eaLnBrk="1" fontAlgn="auto" latinLnBrk="0" hangingPunct="1">
              <a:lnSpc>
                <a:spcPct val="100000"/>
              </a:lnSpc>
              <a:spcBef>
                <a:spcPct val="20000"/>
              </a:spcBef>
              <a:spcAft>
                <a:spcPts val="0"/>
              </a:spcAft>
              <a:buClr>
                <a:srgbClr val="1F497D"/>
              </a:buClr>
              <a:buSzTx/>
              <a:buFont typeface="Arial"/>
              <a:buChar char="–"/>
              <a:tabLst/>
              <a:defRPr/>
            </a:pPr>
            <a:r>
              <a:rPr kumimoji="0" lang="en-US" sz="1400" b="0" i="0" u="none" strike="noStrike" kern="1200" cap="none" spc="0" normalizeH="0" baseline="0" noProof="0" dirty="0">
                <a:ln>
                  <a:noFill/>
                </a:ln>
                <a:solidFill>
                  <a:srgbClr val="8B8B8B">
                    <a:lumMod val="50000"/>
                  </a:srgbClr>
                </a:solidFill>
                <a:effectLst/>
                <a:uLnTx/>
                <a:uFillTx/>
                <a:latin typeface="Calibri" panose="020F0502020204030204" pitchFamily="34" charset="0"/>
                <a:ea typeface="+mn-ea"/>
                <a:cs typeface="+mn-cs"/>
              </a:rPr>
              <a:t>NBAC TSC </a:t>
            </a:r>
          </a:p>
          <a:p>
            <a:pPr marL="1143000" marR="0" lvl="2" indent="-228600" algn="l" defTabSz="457200" rtl="0" eaLnBrk="1" fontAlgn="auto" latinLnBrk="0" hangingPunct="1">
              <a:lnSpc>
                <a:spcPct val="100000"/>
              </a:lnSpc>
              <a:spcBef>
                <a:spcPct val="20000"/>
              </a:spcBef>
              <a:spcAft>
                <a:spcPts val="0"/>
              </a:spcAft>
              <a:buClr>
                <a:srgbClr val="1F497D"/>
              </a:buClr>
              <a:buSzTx/>
              <a:buFont typeface="Arial"/>
              <a:buChar char="•"/>
              <a:tabLst/>
              <a:defRPr/>
            </a:pPr>
            <a:r>
              <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hlinkClick r:id="rId22">
                  <a:extLst>
                    <a:ext uri="{A12FA001-AC4F-418D-AE19-62706E023703}">
                      <ahyp:hlinkClr xmlns:ahyp="http://schemas.microsoft.com/office/drawing/2018/hyperlinkcolor" val="tx"/>
                    </a:ext>
                  </a:extLst>
                </a:hlinkClick>
              </a:rPr>
              <a:t>https://github.com/niemopen/nbac-admin</a:t>
            </a:r>
            <a:endPar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endParaRPr>
          </a:p>
          <a:p>
            <a:pPr marL="742950" marR="0" lvl="1" indent="-285750" algn="l" defTabSz="457200" rtl="0" eaLnBrk="1" fontAlgn="auto" latinLnBrk="0" hangingPunct="1">
              <a:lnSpc>
                <a:spcPct val="100000"/>
              </a:lnSpc>
              <a:spcBef>
                <a:spcPct val="20000"/>
              </a:spcBef>
              <a:spcAft>
                <a:spcPts val="0"/>
              </a:spcAft>
              <a:buClr>
                <a:srgbClr val="1F497D"/>
              </a:buClr>
              <a:buSzTx/>
              <a:buFont typeface="Arial"/>
              <a:buChar char="–"/>
              <a:tabLst/>
              <a:defRPr/>
            </a:pPr>
            <a:r>
              <a:rPr kumimoji="0" lang="en-US" sz="1400" b="0" i="0" u="none" strike="noStrike" kern="1200" cap="none" spc="0" normalizeH="0" baseline="0" noProof="0" dirty="0">
                <a:ln>
                  <a:noFill/>
                </a:ln>
                <a:solidFill>
                  <a:srgbClr val="8B8B8B">
                    <a:lumMod val="50000"/>
                  </a:srgbClr>
                </a:solidFill>
                <a:effectLst/>
                <a:uLnTx/>
                <a:uFillTx/>
                <a:latin typeface="Calibri" panose="020F0502020204030204" pitchFamily="34" charset="0"/>
                <a:ea typeface="+mn-ea"/>
                <a:cs typeface="+mn-cs"/>
              </a:rPr>
              <a:t>NMO TSC</a:t>
            </a:r>
          </a:p>
          <a:p>
            <a:pPr marL="1143000" marR="0" lvl="2" indent="-228600" algn="l" defTabSz="457200" rtl="0" eaLnBrk="1" fontAlgn="auto" latinLnBrk="0" hangingPunct="1">
              <a:lnSpc>
                <a:spcPct val="100000"/>
              </a:lnSpc>
              <a:spcBef>
                <a:spcPct val="20000"/>
              </a:spcBef>
              <a:spcAft>
                <a:spcPts val="0"/>
              </a:spcAft>
              <a:buClr>
                <a:srgbClr val="1F497D"/>
              </a:buClr>
              <a:buSzTx/>
              <a:buFont typeface="Arial"/>
              <a:buChar char="•"/>
              <a:tabLst/>
              <a:defRPr/>
            </a:pPr>
            <a:r>
              <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hlinkClick r:id="rId23">
                  <a:extLst>
                    <a:ext uri="{A12FA001-AC4F-418D-AE19-62706E023703}">
                      <ahyp:hlinkClr xmlns:ahyp="http://schemas.microsoft.com/office/drawing/2018/hyperlinkcolor" val="tx"/>
                    </a:ext>
                  </a:extLst>
                </a:hlinkClick>
              </a:rPr>
              <a:t>https://github.com/niemopen/nmo-admin</a:t>
            </a:r>
            <a:endPar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endParaRPr>
          </a:p>
          <a:p>
            <a:pPr marL="1143000" lvl="2" indent="-228600" defTabSz="457200">
              <a:spcBef>
                <a:spcPct val="20000"/>
              </a:spcBef>
              <a:buClr>
                <a:srgbClr val="1F497D"/>
              </a:buClr>
              <a:buFont typeface="Arial"/>
              <a:buChar char="•"/>
              <a:defRPr/>
            </a:pPr>
            <a:r>
              <a:rPr lang="en-US" sz="1000" u="sng" dirty="0">
                <a:solidFill>
                  <a:srgbClr val="0563C1"/>
                </a:solidFill>
                <a:cs typeface="Calibri" panose="020F0502020204030204" pitchFamily="34" charset="0"/>
                <a:hlinkClick r:id="rId24">
                  <a:extLst>
                    <a:ext uri="{A12FA001-AC4F-418D-AE19-62706E023703}">
                      <ahyp:hlinkClr xmlns:ahyp="http://schemas.microsoft.com/office/drawing/2018/hyperlinkcolor" val="tx"/>
                    </a:ext>
                  </a:extLst>
                </a:hlinkClick>
              </a:rPr>
              <a:t>https://github.com/niemopen/nmo-training</a:t>
            </a:r>
            <a:r>
              <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rPr>
              <a:t>	</a:t>
            </a:r>
          </a:p>
          <a:p>
            <a:pPr marL="742950" marR="0" lvl="1" indent="-285750" algn="l" defTabSz="457200" rtl="0" eaLnBrk="1" fontAlgn="auto" latinLnBrk="0" hangingPunct="1">
              <a:lnSpc>
                <a:spcPct val="100000"/>
              </a:lnSpc>
              <a:spcBef>
                <a:spcPct val="20000"/>
              </a:spcBef>
              <a:spcAft>
                <a:spcPts val="0"/>
              </a:spcAft>
              <a:buClr>
                <a:srgbClr val="1F497D"/>
              </a:buClr>
              <a:buSzTx/>
              <a:buFont typeface="Arial"/>
              <a:buChar char="–"/>
              <a:tabLst/>
              <a:defRPr/>
            </a:pPr>
            <a:r>
              <a:rPr kumimoji="0" lang="en-US" sz="1500" b="0" i="0" u="none" strike="noStrike" kern="1200" cap="none" spc="0" normalizeH="0" baseline="0" noProof="0" dirty="0">
                <a:ln>
                  <a:noFill/>
                </a:ln>
                <a:solidFill>
                  <a:srgbClr val="8B8B8B">
                    <a:lumMod val="50000"/>
                  </a:srgbClr>
                </a:solidFill>
                <a:effectLst/>
                <a:uLnTx/>
                <a:uFillTx/>
                <a:latin typeface="Calibri" panose="020F0502020204030204" pitchFamily="34" charset="0"/>
                <a:ea typeface="+mn-ea"/>
                <a:cs typeface="+mn-cs"/>
              </a:rPr>
              <a:t>NIEMOpen Slack Channel</a:t>
            </a:r>
            <a:r>
              <a:rPr kumimoji="0" lang="en-US" sz="12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rPr>
              <a:t>: </a:t>
            </a:r>
            <a:r>
              <a:rPr kumimoji="0" lang="en-US" sz="12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hlinkClick r:id="rId25">
                  <a:extLst>
                    <a:ext uri="{A12FA001-AC4F-418D-AE19-62706E023703}">
                      <ahyp:hlinkClr xmlns:ahyp="http://schemas.microsoft.com/office/drawing/2018/hyperlinkcolor" val="tx"/>
                    </a:ext>
                  </a:extLst>
                </a:hlinkClick>
              </a:rPr>
              <a:t>https://niemopen.slack.com/</a:t>
            </a:r>
            <a:r>
              <a:rPr kumimoji="0" lang="en-US" sz="12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rPr>
              <a:t> </a:t>
            </a:r>
          </a:p>
          <a:p>
            <a:pPr marL="342900" marR="0" lvl="0" indent="-342900" algn="l" defTabSz="457200" rtl="0" eaLnBrk="1" fontAlgn="auto" latinLnBrk="0" hangingPunct="1">
              <a:lnSpc>
                <a:spcPct val="100000"/>
              </a:lnSpc>
              <a:spcBef>
                <a:spcPct val="20000"/>
              </a:spcBef>
              <a:spcAft>
                <a:spcPts val="0"/>
              </a:spcAft>
              <a:buClr>
                <a:srgbClr val="1F497D"/>
              </a:buClr>
              <a:buSzTx/>
              <a:buFont typeface="Arial"/>
              <a:buChar char="•"/>
              <a:tabLst/>
              <a:defRPr/>
            </a:pPr>
            <a:r>
              <a:rPr kumimoji="0" lang="en-US" sz="1400" b="1" i="0" u="sng" strike="noStrike" kern="1200" cap="none" spc="0" normalizeH="0" baseline="0" noProof="0" dirty="0">
                <a:ln>
                  <a:noFill/>
                </a:ln>
                <a:solidFill>
                  <a:srgbClr val="8B8B8B">
                    <a:lumMod val="50000"/>
                  </a:srgbClr>
                </a:solidFill>
                <a:effectLst/>
                <a:uLnTx/>
                <a:uFillTx/>
                <a:latin typeface="Calibri" panose="020F0502020204030204" pitchFamily="34" charset="0"/>
                <a:ea typeface="+mn-ea"/>
                <a:cs typeface="+mn-cs"/>
              </a:rPr>
              <a:t>Mailing Lists</a:t>
            </a:r>
          </a:p>
          <a:p>
            <a:pPr marL="742950" marR="0" lvl="1" indent="-285750" algn="l" defTabSz="457200" rtl="0" eaLnBrk="1" fontAlgn="auto" latinLnBrk="0" hangingPunct="1">
              <a:lnSpc>
                <a:spcPct val="100000"/>
              </a:lnSpc>
              <a:spcBef>
                <a:spcPct val="20000"/>
              </a:spcBef>
              <a:spcAft>
                <a:spcPts val="0"/>
              </a:spcAft>
              <a:buClr>
                <a:srgbClr val="1F497D"/>
              </a:buClr>
              <a:buSzTx/>
              <a:buFont typeface="Arial"/>
              <a:buChar char="–"/>
              <a:tabLst/>
              <a:defRPr/>
            </a:pPr>
            <a:r>
              <a:rPr kumimoji="0" lang="en-US" sz="1400" b="0" i="0" u="none" strike="noStrike" kern="1200" cap="none" spc="0" normalizeH="0" baseline="0" noProof="0" dirty="0">
                <a:ln>
                  <a:noFill/>
                </a:ln>
                <a:solidFill>
                  <a:srgbClr val="8B8B8B">
                    <a:lumMod val="50000"/>
                  </a:srgbClr>
                </a:solidFill>
                <a:effectLst/>
                <a:uLnTx/>
                <a:uFillTx/>
                <a:latin typeface="Calibri" panose="020F0502020204030204" pitchFamily="34" charset="0"/>
                <a:ea typeface="+mn-ea"/>
                <a:cs typeface="+mn-cs"/>
              </a:rPr>
              <a:t>NIEMOpen</a:t>
            </a:r>
            <a:r>
              <a:rPr kumimoji="0" lang="en-US" sz="1200" b="0" i="0" u="none" strike="noStrike" kern="1200" cap="none" spc="0" normalizeH="0" baseline="0" noProof="0" dirty="0">
                <a:ln>
                  <a:noFill/>
                </a:ln>
                <a:solidFill>
                  <a:srgbClr val="8B8B8B">
                    <a:lumMod val="50000"/>
                  </a:srgbClr>
                </a:solidFill>
                <a:effectLst/>
                <a:uLnTx/>
                <a:uFillTx/>
                <a:latin typeface="Calibri" panose="020F0502020204030204" pitchFamily="34" charset="0"/>
                <a:ea typeface="+mn-ea"/>
                <a:cs typeface="+mn-cs"/>
              </a:rPr>
              <a:t>: </a:t>
            </a:r>
            <a:r>
              <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hlinkClick r:id="rId26">
                  <a:extLst>
                    <a:ext uri="{A12FA001-AC4F-418D-AE19-62706E023703}">
                      <ahyp:hlinkClr xmlns:ahyp="http://schemas.microsoft.com/office/drawing/2018/hyperlinkcolor" val="tx"/>
                    </a:ext>
                  </a:extLst>
                </a:hlinkClick>
              </a:rPr>
              <a:t>https://lists.oasis-open-projects.org/g/niemopen</a:t>
            </a:r>
            <a:endPar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endParaRPr>
          </a:p>
          <a:p>
            <a:pPr marL="742950" marR="0" lvl="1" indent="-285750" algn="l" defTabSz="457200" rtl="0" eaLnBrk="1" fontAlgn="auto" latinLnBrk="0" hangingPunct="1">
              <a:lnSpc>
                <a:spcPct val="100000"/>
              </a:lnSpc>
              <a:spcBef>
                <a:spcPct val="20000"/>
              </a:spcBef>
              <a:spcAft>
                <a:spcPts val="0"/>
              </a:spcAft>
              <a:buClr>
                <a:srgbClr val="1F497D"/>
              </a:buClr>
              <a:buSzTx/>
              <a:buFont typeface="Arial"/>
              <a:buChar char="–"/>
              <a:tabLst/>
              <a:defRPr/>
            </a:pPr>
            <a:r>
              <a:rPr kumimoji="0" lang="en-US" sz="1400" b="0" i="0" u="none" strike="noStrike" kern="1200" cap="none" spc="0" normalizeH="0" baseline="0" noProof="0" dirty="0">
                <a:ln>
                  <a:noFill/>
                </a:ln>
                <a:solidFill>
                  <a:srgbClr val="8B8B8B">
                    <a:lumMod val="50000"/>
                  </a:srgbClr>
                </a:solidFill>
                <a:effectLst/>
                <a:uLnTx/>
                <a:uFillTx/>
                <a:latin typeface="Calibri" panose="020F0502020204030204" pitchFamily="34" charset="0"/>
                <a:ea typeface="+mn-ea"/>
                <a:cs typeface="+mn-cs"/>
              </a:rPr>
              <a:t>PGB</a:t>
            </a:r>
            <a:r>
              <a:rPr kumimoji="0" lang="en-US" sz="12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rPr>
              <a:t>: </a:t>
            </a:r>
            <a:r>
              <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hlinkClick r:id="rId27">
                  <a:extLst>
                    <a:ext uri="{A12FA001-AC4F-418D-AE19-62706E023703}">
                      <ahyp:hlinkClr xmlns:ahyp="http://schemas.microsoft.com/office/drawing/2018/hyperlinkcolor" val="tx"/>
                    </a:ext>
                  </a:extLst>
                </a:hlinkClick>
              </a:rPr>
              <a:t>https://lists.oasis-open-projects.org/g/niemopen-pgb</a:t>
            </a:r>
            <a:r>
              <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rPr>
              <a:t> </a:t>
            </a:r>
          </a:p>
          <a:p>
            <a:pPr marL="742950" marR="0" lvl="1" indent="-285750" algn="l" defTabSz="457200" rtl="0" eaLnBrk="1" fontAlgn="auto" latinLnBrk="0" hangingPunct="1">
              <a:lnSpc>
                <a:spcPct val="100000"/>
              </a:lnSpc>
              <a:spcBef>
                <a:spcPct val="20000"/>
              </a:spcBef>
              <a:spcAft>
                <a:spcPts val="0"/>
              </a:spcAft>
              <a:buClr>
                <a:srgbClr val="1F497D"/>
              </a:buClr>
              <a:buSzTx/>
              <a:buFont typeface="Arial"/>
              <a:buChar char="–"/>
              <a:tabLst/>
              <a:defRPr/>
            </a:pPr>
            <a:r>
              <a:rPr kumimoji="0" lang="en-US" sz="1400" b="0" i="0" u="none" strike="noStrike" kern="1200" cap="none" spc="0" normalizeH="0" baseline="0" noProof="0" dirty="0">
                <a:ln>
                  <a:noFill/>
                </a:ln>
                <a:solidFill>
                  <a:srgbClr val="8B8B8B">
                    <a:lumMod val="50000"/>
                  </a:srgbClr>
                </a:solidFill>
                <a:effectLst/>
                <a:uLnTx/>
                <a:uFillTx/>
                <a:latin typeface="Calibri" panose="020F0502020204030204" pitchFamily="34" charset="0"/>
                <a:ea typeface="+mn-ea"/>
                <a:cs typeface="+mn-cs"/>
              </a:rPr>
              <a:t>NTAC TSC</a:t>
            </a:r>
            <a:r>
              <a:rPr kumimoji="0" lang="en-US" sz="12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rPr>
              <a:t>: </a:t>
            </a:r>
            <a:r>
              <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hlinkClick r:id="rId28">
                  <a:extLst>
                    <a:ext uri="{A12FA001-AC4F-418D-AE19-62706E023703}">
                      <ahyp:hlinkClr xmlns:ahyp="http://schemas.microsoft.com/office/drawing/2018/hyperlinkcolor" val="tx"/>
                    </a:ext>
                  </a:extLst>
                </a:hlinkClick>
              </a:rPr>
              <a:t>https://lists.oasis-open-projects.org/g/niemopen-ntactsc</a:t>
            </a:r>
            <a:endPar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endParaRPr>
          </a:p>
          <a:p>
            <a:pPr marL="742950" marR="0" lvl="1" indent="-285750" algn="l" defTabSz="457200" rtl="0" eaLnBrk="1" fontAlgn="auto" latinLnBrk="0" hangingPunct="1">
              <a:lnSpc>
                <a:spcPct val="100000"/>
              </a:lnSpc>
              <a:spcBef>
                <a:spcPct val="20000"/>
              </a:spcBef>
              <a:spcAft>
                <a:spcPts val="0"/>
              </a:spcAft>
              <a:buClr>
                <a:srgbClr val="1F497D"/>
              </a:buClr>
              <a:buSzTx/>
              <a:buFont typeface="Arial"/>
              <a:buChar char="–"/>
              <a:tabLst/>
              <a:defRPr/>
            </a:pPr>
            <a:r>
              <a:rPr kumimoji="0" lang="en-US" sz="1400" b="0" i="0" u="none" strike="noStrike" kern="1200" cap="none" spc="0" normalizeH="0" baseline="0" noProof="0" dirty="0">
                <a:ln>
                  <a:noFill/>
                </a:ln>
                <a:solidFill>
                  <a:srgbClr val="8B8B8B">
                    <a:lumMod val="50000"/>
                  </a:srgbClr>
                </a:solidFill>
                <a:effectLst/>
                <a:uLnTx/>
                <a:uFillTx/>
                <a:latin typeface="Calibri" panose="020F0502020204030204" pitchFamily="34" charset="0"/>
                <a:ea typeface="+mn-ea"/>
                <a:cs typeface="+mn-cs"/>
              </a:rPr>
              <a:t>NBAC TSC</a:t>
            </a:r>
            <a:r>
              <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rPr>
              <a:t>: </a:t>
            </a:r>
            <a:r>
              <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hlinkClick r:id="rId29">
                  <a:extLst>
                    <a:ext uri="{A12FA001-AC4F-418D-AE19-62706E023703}">
                      <ahyp:hlinkClr xmlns:ahyp="http://schemas.microsoft.com/office/drawing/2018/hyperlinkcolor" val="tx"/>
                    </a:ext>
                  </a:extLst>
                </a:hlinkClick>
              </a:rPr>
              <a:t>https://lists.oasis-open-projects.org/g/niemopen-nbactsc</a:t>
            </a:r>
            <a:endPar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endParaRPr>
          </a:p>
          <a:p>
            <a:pPr marL="742950" marR="0" lvl="1" indent="-285750" algn="l" defTabSz="457200" rtl="0" eaLnBrk="1" fontAlgn="auto" latinLnBrk="0" hangingPunct="1">
              <a:lnSpc>
                <a:spcPct val="100000"/>
              </a:lnSpc>
              <a:spcBef>
                <a:spcPct val="20000"/>
              </a:spcBef>
              <a:spcAft>
                <a:spcPts val="0"/>
              </a:spcAft>
              <a:buClr>
                <a:srgbClr val="1F497D"/>
              </a:buClr>
              <a:buSzTx/>
              <a:buFont typeface="Arial"/>
              <a:buChar char="–"/>
              <a:tabLst/>
              <a:defRPr/>
            </a:pPr>
            <a:r>
              <a:rPr kumimoji="0" lang="en-US" sz="1400" b="0" i="0" u="none" strike="noStrike" kern="1200" cap="none" spc="0" normalizeH="0" baseline="0" noProof="0" dirty="0">
                <a:ln>
                  <a:noFill/>
                </a:ln>
                <a:solidFill>
                  <a:srgbClr val="8B8B8B">
                    <a:lumMod val="50000"/>
                  </a:srgbClr>
                </a:solidFill>
                <a:effectLst/>
                <a:uLnTx/>
                <a:uFillTx/>
                <a:latin typeface="Calibri" panose="020F0502020204030204" pitchFamily="34" charset="0"/>
                <a:ea typeface="+mn-ea"/>
                <a:cs typeface="+mn-cs"/>
              </a:rPr>
              <a:t>NMO TSC</a:t>
            </a:r>
            <a:r>
              <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rPr>
              <a:t>: </a:t>
            </a:r>
            <a:r>
              <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hlinkClick r:id="rId30">
                  <a:extLst>
                    <a:ext uri="{A12FA001-AC4F-418D-AE19-62706E023703}">
                      <ahyp:hlinkClr xmlns:ahyp="http://schemas.microsoft.com/office/drawing/2018/hyperlinkcolor" val="tx"/>
                    </a:ext>
                  </a:extLst>
                </a:hlinkClick>
              </a:rPr>
              <a:t>https://lists.oasis-open-projects.org/g/niemopen-nmotsc</a:t>
            </a:r>
            <a:endParaRPr kumimoji="0" lang="en-US" sz="1000" b="0" i="0" u="none" strike="noStrike" kern="1200" cap="none" spc="0" normalizeH="0" baseline="0" noProof="0" dirty="0">
              <a:ln>
                <a:noFill/>
              </a:ln>
              <a:solidFill>
                <a:srgbClr val="1F497D">
                  <a:lumMod val="60000"/>
                  <a:lumOff val="40000"/>
                </a:srgbClr>
              </a:solidFill>
              <a:effectLst/>
              <a:uLnTx/>
              <a:uFillTx/>
              <a:latin typeface="Calibri" panose="020F0502020204030204" pitchFamily="34" charset="0"/>
              <a:ea typeface="+mn-ea"/>
              <a:cs typeface="+mn-cs"/>
            </a:endParaRPr>
          </a:p>
          <a:p>
            <a:pPr marL="457200" marR="0" lvl="1" indent="0" algn="l" defTabSz="457200" rtl="0" eaLnBrk="1" fontAlgn="auto" latinLnBrk="0" hangingPunct="1">
              <a:lnSpc>
                <a:spcPct val="100000"/>
              </a:lnSpc>
              <a:spcBef>
                <a:spcPct val="20000"/>
              </a:spcBef>
              <a:spcAft>
                <a:spcPts val="0"/>
              </a:spcAft>
              <a:buClr>
                <a:srgbClr val="1F497D"/>
              </a:buClr>
              <a:buSzTx/>
              <a:buFont typeface="Arial"/>
              <a:buNone/>
              <a:tabLst/>
              <a:defRPr/>
            </a:pPr>
            <a:endParaRPr kumimoji="0" lang="en-US" sz="1200" b="0" i="0" u="none" strike="noStrike" kern="1200" cap="none" spc="0" normalizeH="0" baseline="0" noProof="0" dirty="0">
              <a:ln>
                <a:noFill/>
              </a:ln>
              <a:solidFill>
                <a:srgbClr val="242424"/>
              </a:solidFill>
              <a:effectLst/>
              <a:uLnTx/>
              <a:uFillTx/>
              <a:latin typeface="Calibri" panose="020F0502020204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B8B8B"/>
                </a:solidFill>
                <a:effectLst/>
                <a:uLnTx/>
                <a:uFillTx/>
                <a:latin typeface="Arial"/>
                <a:ea typeface="+mn-ea"/>
                <a:cs typeface="+mn-cs"/>
              </a:rPr>
              <a:t>    </a:t>
            </a:r>
          </a:p>
        </p:txBody>
      </p:sp>
      <p:sp>
        <p:nvSpPr>
          <p:cNvPr id="22" name="TextBox 21">
            <a:extLst>
              <a:ext uri="{FF2B5EF4-FFF2-40B4-BE49-F238E27FC236}">
                <a16:creationId xmlns:a16="http://schemas.microsoft.com/office/drawing/2014/main" id="{43FDB0E9-6829-F25B-DD97-0901237A6FE4}"/>
              </a:ext>
            </a:extLst>
          </p:cNvPr>
          <p:cNvSpPr txBox="1"/>
          <p:nvPr/>
        </p:nvSpPr>
        <p:spPr>
          <a:xfrm>
            <a:off x="500707" y="1131029"/>
            <a:ext cx="4996432" cy="461665"/>
          </a:xfrm>
          <a:prstGeom prst="rect">
            <a:avLst/>
          </a:prstGeom>
          <a:noFill/>
          <a:ln>
            <a:solidFill>
              <a:schemeClr val="tx2">
                <a:lumMod val="75000"/>
              </a:schemeClr>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B8B8B">
                    <a:lumMod val="50000"/>
                  </a:srgbClr>
                </a:solidFill>
                <a:effectLst/>
                <a:uLnTx/>
                <a:uFillTx/>
                <a:latin typeface="Arial"/>
                <a:ea typeface="+mn-ea"/>
                <a:cs typeface="+mn-cs"/>
              </a:rPr>
              <a:t>Katherine Escobar</a:t>
            </a:r>
            <a:r>
              <a:rPr kumimoji="0" lang="en-US" sz="1200" b="0" i="0" u="none" strike="noStrike" kern="1200" cap="none" spc="0" normalizeH="0" baseline="0" noProof="0" dirty="0">
                <a:ln>
                  <a:noFill/>
                </a:ln>
                <a:solidFill>
                  <a:srgbClr val="8B8B8B">
                    <a:lumMod val="50000"/>
                  </a:srgbClr>
                </a:solidFill>
                <a:effectLst/>
                <a:uLnTx/>
                <a:uFillTx/>
                <a:latin typeface="Arial"/>
                <a:ea typeface="+mn-ea"/>
                <a:cs typeface="+mn-cs"/>
              </a:rPr>
              <a:t>, </a:t>
            </a:r>
            <a:r>
              <a:rPr kumimoji="0" lang="en-US" sz="1200" b="0" i="0" u="none" strike="noStrike" kern="1200" cap="none" spc="0" normalizeH="0" baseline="0" noProof="0" dirty="0">
                <a:ln>
                  <a:noFill/>
                </a:ln>
                <a:solidFill>
                  <a:srgbClr val="8B8B8B">
                    <a:lumMod val="50000"/>
                  </a:srgbClr>
                </a:solidFill>
                <a:effectLst/>
                <a:uLnTx/>
                <a:uFillTx/>
                <a:latin typeface="Arial"/>
                <a:ea typeface="+mn-ea"/>
                <a:cs typeface="+mn-cs"/>
                <a:hlinkClick r:id="rId31"/>
              </a:rPr>
              <a:t>katherine.b.escobar.civ@mail.mil</a:t>
            </a:r>
            <a:r>
              <a:rPr kumimoji="0" lang="en-US" sz="1200" b="0" i="0" u="none" strike="noStrike" kern="1200" cap="none" spc="0" normalizeH="0" baseline="0" noProof="0" dirty="0">
                <a:ln>
                  <a:noFill/>
                </a:ln>
                <a:solidFill>
                  <a:srgbClr val="8B8B8B">
                    <a:lumMod val="50000"/>
                  </a:srgbClr>
                </a:solidFill>
                <a:effectLst/>
                <a:uLnTx/>
                <a:uFillTx/>
                <a:latin typeface="Arial"/>
                <a:ea typeface="+mn-ea"/>
                <a:cs typeface="+mn-cs"/>
              </a:rPr>
              <a:t>, 7575-203-8631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B8B8B">
                    <a:lumMod val="50000"/>
                  </a:srgbClr>
                </a:solidFill>
                <a:effectLst/>
                <a:uLnTx/>
                <a:uFillTx/>
                <a:latin typeface="Arial"/>
                <a:ea typeface="+mn-ea"/>
                <a:cs typeface="+mn-cs"/>
              </a:rPr>
              <a:t>Beth Smalley</a:t>
            </a:r>
            <a:r>
              <a:rPr kumimoji="0" lang="en-US" sz="1200" b="0" i="0" u="none" strike="noStrike" kern="1200" cap="none" spc="0" normalizeH="0" baseline="0" noProof="0" dirty="0">
                <a:ln>
                  <a:noFill/>
                </a:ln>
                <a:solidFill>
                  <a:srgbClr val="8B8B8B">
                    <a:lumMod val="50000"/>
                  </a:srgbClr>
                </a:solidFill>
                <a:effectLst/>
                <a:uLnTx/>
                <a:uFillTx/>
                <a:latin typeface="Arial"/>
                <a:ea typeface="+mn-ea"/>
                <a:cs typeface="+mn-cs"/>
              </a:rPr>
              <a:t>, </a:t>
            </a:r>
            <a:r>
              <a:rPr kumimoji="0" lang="en-US" sz="1200" b="0" i="0" u="none" strike="noStrike" kern="1200" cap="none" spc="0" normalizeH="0" baseline="0" noProof="0" dirty="0">
                <a:ln>
                  <a:noFill/>
                </a:ln>
                <a:solidFill>
                  <a:srgbClr val="8B8B8B">
                    <a:lumMod val="50000"/>
                  </a:srgbClr>
                </a:solidFill>
                <a:effectLst/>
                <a:uLnTx/>
                <a:uFillTx/>
                <a:latin typeface="Arial"/>
                <a:ea typeface="+mn-ea"/>
                <a:cs typeface="+mn-cs"/>
                <a:hlinkClick r:id="rId32"/>
              </a:rPr>
              <a:t>beth.l.smalley.civ@mail.mil</a:t>
            </a:r>
            <a:r>
              <a:rPr kumimoji="0" lang="en-US" sz="1200" b="0" i="0" u="none" strike="noStrike" kern="1200" cap="none" spc="0" normalizeH="0" baseline="0" noProof="0" dirty="0">
                <a:ln>
                  <a:noFill/>
                </a:ln>
                <a:solidFill>
                  <a:srgbClr val="8B8B8B">
                    <a:lumMod val="50000"/>
                  </a:srgbClr>
                </a:solidFill>
                <a:effectLst/>
                <a:uLnTx/>
                <a:uFillTx/>
                <a:latin typeface="Arial"/>
                <a:ea typeface="+mn-ea"/>
                <a:cs typeface="+mn-cs"/>
              </a:rPr>
              <a:t>, 757-203-7177</a:t>
            </a:r>
          </a:p>
        </p:txBody>
      </p:sp>
      <p:sp>
        <p:nvSpPr>
          <p:cNvPr id="23" name="TextBox 22">
            <a:extLst>
              <a:ext uri="{FF2B5EF4-FFF2-40B4-BE49-F238E27FC236}">
                <a16:creationId xmlns:a16="http://schemas.microsoft.com/office/drawing/2014/main" id="{2E234556-7B8B-5791-C0BE-5F8A452C695B}"/>
              </a:ext>
            </a:extLst>
          </p:cNvPr>
          <p:cNvSpPr txBox="1"/>
          <p:nvPr/>
        </p:nvSpPr>
        <p:spPr>
          <a:xfrm flipH="1">
            <a:off x="8657969" y="3684090"/>
            <a:ext cx="2322571" cy="646331"/>
          </a:xfrm>
          <a:prstGeom prst="rect">
            <a:avLst/>
          </a:prstGeom>
          <a:noFill/>
        </p:spPr>
        <p:txBody>
          <a:bodyPr wrap="square" rtlCol="0">
            <a:spAutoFit/>
          </a:bodyPr>
          <a:lstStyle/>
          <a:p>
            <a:r>
              <a:rPr lang="en-US" dirty="0">
                <a:solidFill>
                  <a:srgbClr val="1F497D">
                    <a:lumMod val="60000"/>
                    <a:lumOff val="40000"/>
                  </a:srgbClr>
                </a:solidFill>
                <a:latin typeface="Arial"/>
                <a:hlinkClick r:id="rId33"/>
              </a:rPr>
              <a:t>MEP Registry  &amp; Repository</a:t>
            </a:r>
            <a:endParaRPr lang="en-US" dirty="0">
              <a:solidFill>
                <a:srgbClr val="1F497D">
                  <a:lumMod val="60000"/>
                  <a:lumOff val="40000"/>
                </a:srgbClr>
              </a:solidFill>
              <a:latin typeface="Arial"/>
            </a:endParaRPr>
          </a:p>
        </p:txBody>
      </p:sp>
      <p:pic>
        <p:nvPicPr>
          <p:cNvPr id="24" name="Picture 23">
            <a:extLst>
              <a:ext uri="{FF2B5EF4-FFF2-40B4-BE49-F238E27FC236}">
                <a16:creationId xmlns:a16="http://schemas.microsoft.com/office/drawing/2014/main" id="{6A8CE60D-B6A0-1C17-058A-636323C16914}"/>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8756402" y="936477"/>
            <a:ext cx="756302" cy="709826"/>
          </a:xfrm>
          <a:prstGeom prst="rect">
            <a:avLst/>
          </a:prstGeom>
        </p:spPr>
      </p:pic>
    </p:spTree>
    <p:extLst>
      <p:ext uri="{BB962C8B-B14F-4D97-AF65-F5344CB8AC3E}">
        <p14:creationId xmlns:p14="http://schemas.microsoft.com/office/powerpoint/2010/main" val="1439117836"/>
      </p:ext>
    </p:extLst>
  </p:cSld>
  <p:clrMapOvr>
    <a:masterClrMapping/>
  </p:clrMapOvr>
</p:sld>
</file>

<file path=ppt/theme/theme1.xml><?xml version="1.0" encoding="utf-8"?>
<a:theme xmlns:a="http://schemas.openxmlformats.org/drawingml/2006/main" name="2_Office Theme">
  <a:themeElements>
    <a:clrScheme name="NEIM">
      <a:dk1>
        <a:srgbClr val="8B8B8B"/>
      </a:dk1>
      <a:lt1>
        <a:sysClr val="window" lastClr="FFFFFF"/>
      </a:lt1>
      <a:dk2>
        <a:srgbClr val="1F497D"/>
      </a:dk2>
      <a:lt2>
        <a:srgbClr val="EEECE1"/>
      </a:lt2>
      <a:accent1>
        <a:srgbClr val="78C5EA"/>
      </a:accent1>
      <a:accent2>
        <a:srgbClr val="C0504D"/>
      </a:accent2>
      <a:accent3>
        <a:srgbClr val="9BBB59"/>
      </a:accent3>
      <a:accent4>
        <a:srgbClr val="8064A2"/>
      </a:accent4>
      <a:accent5>
        <a:srgbClr val="4BACC6"/>
      </a:accent5>
      <a:accent6>
        <a:srgbClr val="F79646"/>
      </a:accent6>
      <a:hlink>
        <a:srgbClr val="8DDF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NIEM_white">
  <a:themeElements>
    <a:clrScheme name="Custom 14">
      <a:dk1>
        <a:srgbClr val="8B8B8B"/>
      </a:dk1>
      <a:lt1>
        <a:sysClr val="window" lastClr="FFFFFF"/>
      </a:lt1>
      <a:dk2>
        <a:srgbClr val="1F497D"/>
      </a:dk2>
      <a:lt2>
        <a:srgbClr val="EEECE1"/>
      </a:lt2>
      <a:accent1>
        <a:srgbClr val="78C5EA"/>
      </a:accent1>
      <a:accent2>
        <a:srgbClr val="C0504D"/>
      </a:accent2>
      <a:accent3>
        <a:srgbClr val="9BBB59"/>
      </a:accent3>
      <a:accent4>
        <a:srgbClr val="8064A2"/>
      </a:accent4>
      <a:accent5>
        <a:srgbClr val="4BACC6"/>
      </a:accent5>
      <a:accent6>
        <a:srgbClr val="F79646"/>
      </a:accent6>
      <a:hlink>
        <a:srgbClr val="0085BB"/>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a:gsLst>
            <a:gs pos="0">
              <a:srgbClr val="9EB3B6">
                <a:alpha val="50000"/>
              </a:srgbClr>
            </a:gs>
            <a:gs pos="100000">
              <a:schemeClr val="bg1"/>
            </a:gs>
          </a:gsLst>
        </a:gradFill>
        <a:ln>
          <a:solidFill>
            <a:schemeClr val="tx1">
              <a:lumMod val="60000"/>
              <a:lumOff val="40000"/>
            </a:schemeClr>
          </a:solidFill>
        </a:ln>
        <a:effectLst>
          <a:innerShdw blurRad="371475" dir="13500000">
            <a:schemeClr val="bg1"/>
          </a:innerShdw>
        </a:effectLst>
      </a:spPr>
      <a:bodyPr tIns="91440" anchor="t" anchorCtr="0"/>
      <a:lstStyle>
        <a:defPPr algn="ctr">
          <a:lnSpc>
            <a:spcPct val="120000"/>
          </a:lnSpc>
          <a:defRPr b="1" spc="-50" dirty="0">
            <a:solidFill>
              <a:srgbClr val="1F497D"/>
            </a:solidFill>
            <a:cs typeface="Arial"/>
          </a:defRPr>
        </a:defPPr>
      </a:lstStyle>
      <a:style>
        <a:lnRef idx="1">
          <a:schemeClr val="dk1"/>
        </a:lnRef>
        <a:fillRef idx="2">
          <a:schemeClr val="dk1"/>
        </a:fillRef>
        <a:effectRef idx="1">
          <a:schemeClr val="dk1"/>
        </a:effectRef>
        <a:fontRef idx="minor">
          <a:schemeClr val="dk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E3FE027E793D141A4D0D4B43133F0A9" ma:contentTypeVersion="11" ma:contentTypeDescription="Create a new document." ma:contentTypeScope="" ma:versionID="ef0ff03645a81817586e79cdf8acc990">
  <xsd:schema xmlns:xsd="http://www.w3.org/2001/XMLSchema" xmlns:xs="http://www.w3.org/2001/XMLSchema" xmlns:p="http://schemas.microsoft.com/office/2006/metadata/properties" xmlns:ns3="5774b216-7350-4865-8b28-a80b4a7f0bbf" xmlns:ns4="668b5da2-bb96-4ca8-adfe-f026adba9ac0" targetNamespace="http://schemas.microsoft.com/office/2006/metadata/properties" ma:root="true" ma:fieldsID="f7951dfeee9e00cf5aead93b99a4360e" ns3:_="" ns4:_="">
    <xsd:import namespace="5774b216-7350-4865-8b28-a80b4a7f0bbf"/>
    <xsd:import namespace="668b5da2-bb96-4ca8-adfe-f026adba9ac0"/>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3:MediaServiceOCR" minOccurs="0"/>
                <xsd:element ref="ns3:MediaServiceLocatio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74b216-7350-4865-8b28-a80b4a7f0b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68b5da2-bb96-4ca8-adfe-f026adba9ac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D6F7FA-A44B-4531-B619-52D10ADDC84A}">
  <ds:schemaRefs>
    <ds:schemaRef ds:uri="http://schemas.microsoft.com/sharepoint/v3/contenttype/forms"/>
  </ds:schemaRefs>
</ds:datastoreItem>
</file>

<file path=customXml/itemProps2.xml><?xml version="1.0" encoding="utf-8"?>
<ds:datastoreItem xmlns:ds="http://schemas.openxmlformats.org/officeDocument/2006/customXml" ds:itemID="{0F3DBC4E-DD94-448E-80FB-F46647EDD91A}">
  <ds:schemaRefs>
    <ds:schemaRef ds:uri="http://purl.org/dc/terms/"/>
    <ds:schemaRef ds:uri="http://www.w3.org/XML/1998/namespace"/>
    <ds:schemaRef ds:uri="http://schemas.microsoft.com/office/infopath/2007/PartnerControls"/>
    <ds:schemaRef ds:uri="http://purl.org/dc/elements/1.1/"/>
    <ds:schemaRef ds:uri="http://schemas.microsoft.com/office/2006/documentManagement/types"/>
    <ds:schemaRef ds:uri="http://schemas.openxmlformats.org/package/2006/metadata/core-properties"/>
    <ds:schemaRef ds:uri="668b5da2-bb96-4ca8-adfe-f026adba9ac0"/>
    <ds:schemaRef ds:uri="5774b216-7350-4865-8b28-a80b4a7f0bbf"/>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B0DEB80F-82C0-4107-A718-099EC7520D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774b216-7350-4865-8b28-a80b4a7f0bbf"/>
    <ds:schemaRef ds:uri="668b5da2-bb96-4ca8-adfe-f026adba9a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3de9faa6-9fe1-49b3-9a08-227a296b54a6}" enabled="1" method="Privileged" siteId="{d5fe813e-0caa-432a-b2ac-d555aa91bd1c}" contentBits="0" removed="0"/>
</clbl:labelList>
</file>

<file path=docProps/app.xml><?xml version="1.0" encoding="utf-8"?>
<Properties xmlns="http://schemas.openxmlformats.org/officeDocument/2006/extended-properties" xmlns:vt="http://schemas.openxmlformats.org/officeDocument/2006/docPropsVTypes">
  <Template/>
  <TotalTime>15534</TotalTime>
  <Words>977</Words>
  <Application>Microsoft Macintosh PowerPoint</Application>
  <PresentationFormat>Widescreen</PresentationFormat>
  <Paragraphs>133</Paragraphs>
  <Slides>9</Slides>
  <Notes>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Arial</vt:lpstr>
      <vt:lpstr>Bahnschrift</vt:lpstr>
      <vt:lpstr>Calibri</vt:lpstr>
      <vt:lpstr>Helvetica LT Std</vt:lpstr>
      <vt:lpstr>Open Sans</vt:lpstr>
      <vt:lpstr>Wingdings</vt:lpstr>
      <vt:lpstr>2_Office Theme</vt:lpstr>
      <vt:lpstr>1_NIEM_white</vt:lpstr>
      <vt:lpstr>PowerPoint Presentation</vt:lpstr>
      <vt:lpstr>PowerPoint Presentation</vt:lpstr>
      <vt:lpstr>PowerPoint Presentation</vt:lpstr>
      <vt:lpstr>PBG Meeting June 18 2026 AGENDA</vt:lpstr>
      <vt:lpstr>Potential financial integrity domain</vt:lpstr>
      <vt:lpstr>NTAC Updates for May 2026 NBAC Call</vt:lpstr>
      <vt:lpstr>PowerPoint Presentation</vt:lpstr>
      <vt:lpstr>NIEMOpen Current Sponsors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National Information Exchange Model (NIEM)</dc:title>
  <dc:subject/>
  <dc:creator>Kish, Jennifer</dc:creator>
  <cp:keywords/>
  <dc:description/>
  <cp:lastModifiedBy>Paul Wormeli</cp:lastModifiedBy>
  <cp:revision>229</cp:revision>
  <dcterms:created xsi:type="dcterms:W3CDTF">2021-02-21T03:42:26Z</dcterms:created>
  <dcterms:modified xsi:type="dcterms:W3CDTF">2026-07-31T15:27:52Z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0x0101008E3FE027E793D141A4D0D4B43133F0A9</vt:lpwstr>
  </property>
</Properties>
</file>