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5" r:id="rId5"/>
  </p:sldMasterIdLst>
  <p:notesMasterIdLst>
    <p:notesMasterId r:id="rId7"/>
  </p:notesMasterIdLst>
  <p:sldIdLst>
    <p:sldId id="141169885" r:id="rId6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813033-10E4-8456-B3FD-586C69E866DE}" name="Beach III, Aubrey [USA]" initials="BIA[" userId="S::565007@bah.com::c123daf4-408e-47a9-8d53-fc8843d726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4282"/>
    <a:srgbClr val="004486"/>
    <a:srgbClr val="004283"/>
    <a:srgbClr val="E8EEF4"/>
    <a:srgbClr val="004383"/>
    <a:srgbClr val="334052"/>
    <a:srgbClr val="005170"/>
    <a:srgbClr val="EE7E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B6FC15-80F5-4C58-9FB0-80BCEC370E7A}" v="3" dt="2026-09-21T12:26:11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83" autoAdjust="0"/>
    <p:restoredTop sz="80411" autoAdjust="0"/>
  </p:normalViewPr>
  <p:slideViewPr>
    <p:cSldViewPr snapToGrid="0">
      <p:cViewPr varScale="1">
        <p:scale>
          <a:sx n="89" d="100"/>
          <a:sy n="89" d="100"/>
        </p:scale>
        <p:origin x="68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imcock" userId="f680030023728d0f" providerId="LiveId" clId="{CFB1CB7D-51BD-41AB-B7F7-F3EB90ED8881}"/>
    <pc:docChg chg="custSel delSld modSld">
      <pc:chgData name="Michael Simcock" userId="f680030023728d0f" providerId="LiveId" clId="{CFB1CB7D-51BD-41AB-B7F7-F3EB90ED8881}" dt="2026-09-21T12:31:37.973" v="241" actId="6549"/>
      <pc:docMkLst>
        <pc:docMk/>
      </pc:docMkLst>
      <pc:sldChg chg="del">
        <pc:chgData name="Michael Simcock" userId="f680030023728d0f" providerId="LiveId" clId="{CFB1CB7D-51BD-41AB-B7F7-F3EB90ED8881}" dt="2026-09-21T12:22:49.663" v="16" actId="47"/>
        <pc:sldMkLst>
          <pc:docMk/>
          <pc:sldMk cId="850928558" sldId="256"/>
        </pc:sldMkLst>
      </pc:sldChg>
      <pc:sldChg chg="del">
        <pc:chgData name="Michael Simcock" userId="f680030023728d0f" providerId="LiveId" clId="{CFB1CB7D-51BD-41AB-B7F7-F3EB90ED8881}" dt="2026-09-21T12:17:08.582" v="1" actId="2696"/>
        <pc:sldMkLst>
          <pc:docMk/>
          <pc:sldMk cId="1164405152" sldId="336"/>
        </pc:sldMkLst>
      </pc:sldChg>
      <pc:sldChg chg="modSp mod">
        <pc:chgData name="Michael Simcock" userId="f680030023728d0f" providerId="LiveId" clId="{CFB1CB7D-51BD-41AB-B7F7-F3EB90ED8881}" dt="2026-09-21T12:31:37.973" v="241" actId="6549"/>
        <pc:sldMkLst>
          <pc:docMk/>
          <pc:sldMk cId="3146419821" sldId="141169885"/>
        </pc:sldMkLst>
        <pc:spChg chg="mod">
          <ac:chgData name="Michael Simcock" userId="f680030023728d0f" providerId="LiveId" clId="{CFB1CB7D-51BD-41AB-B7F7-F3EB90ED8881}" dt="2026-09-21T12:31:37.973" v="241" actId="6549"/>
          <ac:spMkLst>
            <pc:docMk/>
            <pc:sldMk cId="3146419821" sldId="141169885"/>
            <ac:spMk id="7" creationId="{5463C3D4-0656-84F8-7FBF-CE388A96993F}"/>
          </ac:spMkLst>
        </pc:spChg>
      </pc:sldChg>
      <pc:sldChg chg="del">
        <pc:chgData name="Michael Simcock" userId="f680030023728d0f" providerId="LiveId" clId="{CFB1CB7D-51BD-41AB-B7F7-F3EB90ED8881}" dt="2026-09-21T12:22:53.897" v="19" actId="47"/>
        <pc:sldMkLst>
          <pc:docMk/>
          <pc:sldMk cId="1439117836" sldId="141170072"/>
        </pc:sldMkLst>
      </pc:sldChg>
      <pc:sldChg chg="del">
        <pc:chgData name="Michael Simcock" userId="f680030023728d0f" providerId="LiveId" clId="{CFB1CB7D-51BD-41AB-B7F7-F3EB90ED8881}" dt="2026-09-21T12:22:47.055" v="14" actId="47"/>
        <pc:sldMkLst>
          <pc:docMk/>
          <pc:sldMk cId="0" sldId="141170247"/>
        </pc:sldMkLst>
      </pc:sldChg>
      <pc:sldChg chg="del">
        <pc:chgData name="Michael Simcock" userId="f680030023728d0f" providerId="LiveId" clId="{CFB1CB7D-51BD-41AB-B7F7-F3EB90ED8881}" dt="2026-09-21T12:17:12.677" v="2" actId="2696"/>
        <pc:sldMkLst>
          <pc:docMk/>
          <pc:sldMk cId="903660189" sldId="141170256"/>
        </pc:sldMkLst>
      </pc:sldChg>
      <pc:sldChg chg="del">
        <pc:chgData name="Michael Simcock" userId="f680030023728d0f" providerId="LiveId" clId="{CFB1CB7D-51BD-41AB-B7F7-F3EB90ED8881}" dt="2026-09-21T12:22:51.730" v="18" actId="47"/>
        <pc:sldMkLst>
          <pc:docMk/>
          <pc:sldMk cId="819476856" sldId="141170273"/>
        </pc:sldMkLst>
      </pc:sldChg>
      <pc:sldChg chg="del">
        <pc:chgData name="Michael Simcock" userId="f680030023728d0f" providerId="LiveId" clId="{CFB1CB7D-51BD-41AB-B7F7-F3EB90ED8881}" dt="2026-09-21T12:22:48.675" v="15" actId="47"/>
        <pc:sldMkLst>
          <pc:docMk/>
          <pc:sldMk cId="4139003525" sldId="141170274"/>
        </pc:sldMkLst>
      </pc:sldChg>
      <pc:sldChg chg="del">
        <pc:chgData name="Michael Simcock" userId="f680030023728d0f" providerId="LiveId" clId="{CFB1CB7D-51BD-41AB-B7F7-F3EB90ED8881}" dt="2026-09-21T12:22:50.563" v="17" actId="47"/>
        <pc:sldMkLst>
          <pc:docMk/>
          <pc:sldMk cId="3394009856" sldId="1881839138"/>
        </pc:sldMkLst>
      </pc:sldChg>
      <pc:sldChg chg="del">
        <pc:chgData name="Michael Simcock" userId="f680030023728d0f" providerId="LiveId" clId="{CFB1CB7D-51BD-41AB-B7F7-F3EB90ED8881}" dt="2026-09-21T11:28:44.013" v="0" actId="2696"/>
        <pc:sldMkLst>
          <pc:docMk/>
          <pc:sldMk cId="3082062943" sldId="1881839139"/>
        </pc:sldMkLst>
      </pc:sldChg>
      <pc:sldMasterChg chg="delSldLayout">
        <pc:chgData name="Michael Simcock" userId="f680030023728d0f" providerId="LiveId" clId="{CFB1CB7D-51BD-41AB-B7F7-F3EB90ED8881}" dt="2026-09-21T12:22:51.730" v="18" actId="47"/>
        <pc:sldMasterMkLst>
          <pc:docMk/>
          <pc:sldMasterMk cId="3480718756" sldId="2147483675"/>
        </pc:sldMasterMkLst>
        <pc:sldLayoutChg chg="del">
          <pc:chgData name="Michael Simcock" userId="f680030023728d0f" providerId="LiveId" clId="{CFB1CB7D-51BD-41AB-B7F7-F3EB90ED8881}" dt="2026-09-21T12:22:51.730" v="18" actId="47"/>
          <pc:sldLayoutMkLst>
            <pc:docMk/>
            <pc:sldMasterMk cId="3480718756" sldId="2147483675"/>
            <pc:sldLayoutMk cId="774269567" sldId="2147483709"/>
          </pc:sldLayoutMkLst>
        </pc:sldLayoutChg>
        <pc:sldLayoutChg chg="del">
          <pc:chgData name="Michael Simcock" userId="f680030023728d0f" providerId="LiveId" clId="{CFB1CB7D-51BD-41AB-B7F7-F3EB90ED8881}" dt="2026-09-21T12:22:49.663" v="16" actId="47"/>
          <pc:sldLayoutMkLst>
            <pc:docMk/>
            <pc:sldMasterMk cId="3480718756" sldId="2147483675"/>
            <pc:sldLayoutMk cId="3684710282" sldId="2147483714"/>
          </pc:sldLayoutMkLst>
        </pc:sldLayoutChg>
        <pc:sldLayoutChg chg="del">
          <pc:chgData name="Michael Simcock" userId="f680030023728d0f" providerId="LiveId" clId="{CFB1CB7D-51BD-41AB-B7F7-F3EB90ED8881}" dt="2026-09-21T12:22:47.055" v="14" actId="47"/>
          <pc:sldLayoutMkLst>
            <pc:docMk/>
            <pc:sldMasterMk cId="3480718756" sldId="2147483675"/>
            <pc:sldLayoutMk cId="3242131060" sldId="214748371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586B9D10-7BCD-425C-9CA6-F5333486AD7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1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9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5F8897AF-D04E-4367-BADA-11FF3D514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7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897AF-D04E-4367-BADA-11FF3D514E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60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998134" y="4621161"/>
            <a:ext cx="8195733" cy="8382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800" baseline="0">
                <a:solidFill>
                  <a:schemeClr val="bg1">
                    <a:lumMod val="50000"/>
                  </a:schemeClr>
                </a:solidFill>
                <a:effectLst/>
                <a:latin typeface="Arial"/>
                <a:cs typeface="Arial"/>
              </a:defRPr>
            </a:lvl1pPr>
          </a:lstStyle>
          <a:p>
            <a:r>
              <a:rPr lang="en-US" dirty="0"/>
              <a:t>Title Master</a:t>
            </a:r>
          </a:p>
        </p:txBody>
      </p:sp>
    </p:spTree>
    <p:extLst>
      <p:ext uri="{BB962C8B-B14F-4D97-AF65-F5344CB8AC3E}">
        <p14:creationId xmlns:p14="http://schemas.microsoft.com/office/powerpoint/2010/main" val="147117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8134" y="2895600"/>
            <a:ext cx="8195733" cy="83820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255888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10C4BB1B-EDC4-483F-B0EA-E14D2B3E2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06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73326"/>
            <a:ext cx="10363200" cy="98107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94100"/>
            <a:ext cx="8534400" cy="495300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95B0B3-2BEF-4C03-8782-98158BE48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649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3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41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17F37-EB3F-4912-8B16-22DE78163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90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325339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A5D7F9B5-CC5A-4ABE-8117-CC023710B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03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400" b="1" cap="none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061D5B3-FA26-4D91-B231-F26ED3693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2145652"/>
            <a:ext cx="10786533" cy="3709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B614A661-166B-4DF4-B43E-98FAF9246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86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8E8FD-9C4B-40B0-8F9D-B59F0334C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03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984" y="274638"/>
            <a:ext cx="10972800" cy="8683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lnSpc>
                <a:spcPts val="3200"/>
              </a:lnSpc>
              <a:defRPr lang="en-US" sz="28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11984" y="1275673"/>
            <a:ext cx="10972800" cy="4678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Aft>
                <a:spcPts val="600"/>
              </a:spcAft>
              <a:defRPr lang="en-US" smtClean="0"/>
            </a:lvl1pPr>
            <a:lvl2pPr>
              <a:spcAft>
                <a:spcPts val="600"/>
              </a:spcAft>
              <a:defRPr lang="en-US" smtClean="0"/>
            </a:lvl2pPr>
            <a:lvl3pPr>
              <a:spcAft>
                <a:spcPts val="600"/>
              </a:spcAft>
              <a:defRPr lang="en-US" smtClean="0"/>
            </a:lvl3pPr>
            <a:lvl4pPr marL="1027113" indent="-280988">
              <a:buClr>
                <a:schemeClr val="tx2"/>
              </a:buClr>
              <a:defRPr lang="en-US" smtClean="0"/>
            </a:lvl4pPr>
            <a:lvl5pPr marL="1319213" indent="-228600">
              <a:buClr>
                <a:schemeClr val="tx2"/>
              </a:buClr>
              <a:buSzPct val="60000"/>
              <a:buFont typeface="Wingdings" pitchFamily="2" charset="2"/>
              <a:buChar char="q"/>
              <a:tabLst/>
              <a:defRPr lang="en-US" smtClean="0"/>
            </a:lvl5pPr>
            <a:lvl6pPr marL="1608138" indent="-228600">
              <a:buClr>
                <a:schemeClr val="tx2"/>
              </a:buClr>
              <a:buFont typeface="Helvetica LT Std" pitchFamily="34" charset="0"/>
              <a:buChar char="–"/>
              <a:tabLst/>
              <a:defRPr lang="en-US" smtClean="0"/>
            </a:lvl6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584D26D8-2F78-40FF-B773-6EE7921D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862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28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5DCA139-0762-4C4F-B386-FBEA85E50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101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1491804"/>
            <a:ext cx="10786533" cy="4362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428502-7FEB-4856-821A-092C45511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782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28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982C6D7-0CD6-43C6-B16D-2D387D380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450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415600" y="101428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800"/>
              <a:buFont typeface="Open Sans"/>
              <a:buNone/>
              <a:defRPr sz="3600" b="1">
                <a:solidFill>
                  <a:srgbClr val="004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415600" y="1826922"/>
            <a:ext cx="11360800" cy="415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7412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97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B4268A2A-08D9-4EB7-800F-3189127D59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16748"/>
            <a:ext cx="12192000" cy="362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6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972800" cy="811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9634"/>
            <a:ext cx="10972800" cy="379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rgbClr val="1F497D"/>
                </a:solidFill>
              </a:rPr>
              <a:t>(#)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C4367302-18AD-44F9-B43A-24490776962B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1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95" r:id="rId10"/>
    <p:sldLayoutId id="2147483696" r:id="rId11"/>
    <p:sldLayoutId id="2147483697" r:id="rId12"/>
    <p:sldLayoutId id="2147483699" r:id="rId13"/>
    <p:sldLayoutId id="2147483700" r:id="rId14"/>
  </p:sldLayoutIdLst>
  <p:hf hdr="0" ftr="0" dt="0"/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200" b="1" kern="1200" cap="all">
          <a:solidFill>
            <a:srgbClr val="004383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3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»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EE5870A-0C53-ACF4-0751-E0E90D9AA783}"/>
              </a:ext>
            </a:extLst>
          </p:cNvPr>
          <p:cNvSpPr txBox="1">
            <a:spLocks/>
          </p:cNvSpPr>
          <p:nvPr/>
        </p:nvSpPr>
        <p:spPr>
          <a:xfrm>
            <a:off x="11157529" y="6400800"/>
            <a:ext cx="620891" cy="18288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CF63ED-5365-0347-943C-46237B9951C9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8F2D5EB8-D982-DEC6-D7BF-D6F849E2B9D9}"/>
              </a:ext>
            </a:extLst>
          </p:cNvPr>
          <p:cNvSpPr txBox="1">
            <a:spLocks/>
          </p:cNvSpPr>
          <p:nvPr/>
        </p:nvSpPr>
        <p:spPr>
          <a:xfrm>
            <a:off x="426720" y="365760"/>
            <a:ext cx="11338560" cy="54864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cap="all">
                <a:solidFill>
                  <a:srgbClr val="004383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AGENDA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463C3D4-0656-84F8-7FBF-CE388A96993F}"/>
              </a:ext>
            </a:extLst>
          </p:cNvPr>
          <p:cNvSpPr txBox="1">
            <a:spLocks/>
          </p:cNvSpPr>
          <p:nvPr/>
        </p:nvSpPr>
        <p:spPr>
          <a:xfrm>
            <a:off x="439860" y="741680"/>
            <a:ext cx="11338560" cy="500132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3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1:00 Opening and NIEMOpen general update—Kamran Atri</a:t>
            </a:r>
          </a:p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1:10 Overview for developing AI data standards —Angela Foley</a:t>
            </a:r>
          </a:p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1:30 NTAC update—Brad Bolliger</a:t>
            </a:r>
          </a:p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1:40 Committee Reports</a:t>
            </a:r>
          </a:p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		PGB Meeting – Paul </a:t>
            </a:r>
            <a:r>
              <a:rPr lang="en-US" sz="2700" dirty="0" err="1">
                <a:solidFill>
                  <a:schemeClr val="tx2"/>
                </a:solidFill>
              </a:rPr>
              <a:t>Wormeli</a:t>
            </a:r>
            <a:endParaRPr lang="en-US" sz="27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		Financial Integrity domain WG – Brad Bollinger</a:t>
            </a:r>
          </a:p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</a:rPr>
              <a:t>		Forensic Domain update</a:t>
            </a:r>
          </a:p>
          <a:p>
            <a:pPr marL="0" indent="0">
              <a:buNone/>
            </a:pPr>
            <a:r>
              <a:rPr lang="en-US" sz="2700">
                <a:solidFill>
                  <a:schemeClr val="tx2"/>
                </a:solidFill>
              </a:rPr>
              <a:t>1:55 </a:t>
            </a:r>
            <a:r>
              <a:rPr lang="en-US" sz="2700" dirty="0">
                <a:solidFill>
                  <a:schemeClr val="tx2"/>
                </a:solidFill>
              </a:rPr>
              <a:t>Adjourn </a:t>
            </a:r>
          </a:p>
          <a:p>
            <a:pPr marL="457200" lvl="1" indent="0">
              <a:buNone/>
            </a:pPr>
            <a:endParaRPr lang="en-US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41982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NEIM">
      <a:dk1>
        <a:srgbClr val="8B8B8B"/>
      </a:dk1>
      <a:lt1>
        <a:sysClr val="window" lastClr="FFFFFF"/>
      </a:lt1>
      <a:dk2>
        <a:srgbClr val="1F497D"/>
      </a:dk2>
      <a:lt2>
        <a:srgbClr val="EEECE1"/>
      </a:lt2>
      <a:accent1>
        <a:srgbClr val="78C5E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DDF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NIEM_white">
  <a:themeElements>
    <a:clrScheme name="Custom 14">
      <a:dk1>
        <a:srgbClr val="8B8B8B"/>
      </a:dk1>
      <a:lt1>
        <a:sysClr val="window" lastClr="FFFFFF"/>
      </a:lt1>
      <a:dk2>
        <a:srgbClr val="1F497D"/>
      </a:dk2>
      <a:lt2>
        <a:srgbClr val="EEECE1"/>
      </a:lt2>
      <a:accent1>
        <a:srgbClr val="78C5E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5BB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rgbClr val="9EB3B6">
                <a:alpha val="50000"/>
              </a:srgbClr>
            </a:gs>
            <a:gs pos="100000">
              <a:schemeClr val="bg1"/>
            </a:gs>
          </a:gsLst>
        </a:gradFill>
        <a:ln>
          <a:solidFill>
            <a:schemeClr val="tx1">
              <a:lumMod val="60000"/>
              <a:lumOff val="40000"/>
            </a:schemeClr>
          </a:solidFill>
        </a:ln>
        <a:effectLst>
          <a:innerShdw blurRad="371475" dir="13500000">
            <a:schemeClr val="bg1"/>
          </a:innerShdw>
        </a:effectLst>
      </a:spPr>
      <a:bodyPr tIns="91440" anchor="t" anchorCtr="0"/>
      <a:lstStyle>
        <a:defPPr algn="ctr">
          <a:lnSpc>
            <a:spcPct val="120000"/>
          </a:lnSpc>
          <a:defRPr b="1" spc="-50" dirty="0">
            <a:solidFill>
              <a:srgbClr val="1F497D"/>
            </a:solidFill>
            <a:cs typeface="Arial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3FE027E793D141A4D0D4B43133F0A9" ma:contentTypeVersion="11" ma:contentTypeDescription="Create a new document." ma:contentTypeScope="" ma:versionID="ef0ff03645a81817586e79cdf8acc990">
  <xsd:schema xmlns:xsd="http://www.w3.org/2001/XMLSchema" xmlns:xs="http://www.w3.org/2001/XMLSchema" xmlns:p="http://schemas.microsoft.com/office/2006/metadata/properties" xmlns:ns3="5774b216-7350-4865-8b28-a80b4a7f0bbf" xmlns:ns4="668b5da2-bb96-4ca8-adfe-f026adba9ac0" targetNamespace="http://schemas.microsoft.com/office/2006/metadata/properties" ma:root="true" ma:fieldsID="f7951dfeee9e00cf5aead93b99a4360e" ns3:_="" ns4:_="">
    <xsd:import namespace="5774b216-7350-4865-8b28-a80b4a7f0bbf"/>
    <xsd:import namespace="668b5da2-bb96-4ca8-adfe-f026adba9a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74b216-7350-4865-8b28-a80b4a7f0b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8b5da2-bb96-4ca8-adfe-f026adba9ac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DEB80F-82C0-4107-A718-099EC7520D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74b216-7350-4865-8b28-a80b4a7f0bbf"/>
    <ds:schemaRef ds:uri="668b5da2-bb96-4ca8-adfe-f026adba9a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3DBC4E-DD94-448E-80FB-F46647EDD91A}">
  <ds:schemaRefs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668b5da2-bb96-4ca8-adfe-f026adba9ac0"/>
    <ds:schemaRef ds:uri="5774b216-7350-4865-8b28-a80b4a7f0bbf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4D6F7FA-A44B-4531-B619-52D10ADDC8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15564</TotalTime>
  <Words>54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Helvetica LT Std</vt:lpstr>
      <vt:lpstr>Open Sans</vt:lpstr>
      <vt:lpstr>Wingdings</vt:lpstr>
      <vt:lpstr>2_Office Theme</vt:lpstr>
      <vt:lpstr>1_NIEM_white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National Information Exchange Model (NIEM)</dc:title>
  <dc:subject/>
  <dc:creator>Kish, Jennifer</dc:creator>
  <cp:keywords/>
  <dc:description/>
  <cp:lastModifiedBy>Michael Simcock</cp:lastModifiedBy>
  <cp:revision>230</cp:revision>
  <dcterms:created xsi:type="dcterms:W3CDTF">2021-02-21T03:42:26Z</dcterms:created>
  <dcterms:modified xsi:type="dcterms:W3CDTF">2026-09-21T12:31:44Z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0x0101008E3FE027E793D141A4D0D4B43133F0A9</vt:lpwstr>
  </property>
</Properties>
</file>